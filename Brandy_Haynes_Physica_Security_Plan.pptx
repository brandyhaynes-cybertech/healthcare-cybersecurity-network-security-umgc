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8" r:id="rId5"/>
    <p:sldId id="256" r:id="rId6"/>
    <p:sldId id="257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AD1D9-8D0E-4982-B0D7-4A3F84C0A604}" v="121" dt="2023-11-13T00:18:57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93" d="100"/>
          <a:sy n="193" d="100"/>
        </p:scale>
        <p:origin x="-154" y="-209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366CC-F621-4C05-8915-E8AAD8143258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EA38D-B06B-4A95-A1A2-72BD07B78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r>
              <a:rPr lang="en-US">
                <a:cs typeface="Calibri"/>
              </a:rPr>
              <a:t>Exterior Instructions including visitor parking garage, staff parking lot, and the hospitals emergency entrance, stairs, ramps for wheelchair, and staff entrance.</a:t>
            </a:r>
          </a:p>
          <a:p>
            <a:pPr lvl="3"/>
            <a:r>
              <a:rPr lang="en-US">
                <a:cs typeface="Calibri"/>
              </a:rPr>
              <a:t>Icons can be moved or copied to the desired location on the map.</a:t>
            </a:r>
          </a:p>
          <a:p>
            <a:pPr lvl="3"/>
            <a:r>
              <a:rPr lang="en-US">
                <a:cs typeface="Calibri"/>
              </a:rPr>
              <a:t>Fences can be drawn using the shapes / lines / freeform tool.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EA38D-B06B-4A95-A1A2-72BD07B78E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09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r>
              <a:rPr lang="en-US">
                <a:solidFill>
                  <a:schemeClr val="tx1"/>
                </a:solidFill>
              </a:rPr>
              <a:t>Lobby Instructions including entrance door, vending area, front desk, administrative suite, registration admitting / waiting area, gift shop, restrooms, 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stairs, elevator, and hallway to the East wing.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Icons can be moved or copied to the desired location on the map.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EA38D-B06B-4A95-A1A2-72BD07B78E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80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r>
              <a:rPr lang="en-US"/>
              <a:t>Maternity Unit Instructions including waiting room, reception counter, elevators, stairs, vending area, public rest rooms, storage, nursing office, meeting room, </a:t>
            </a:r>
          </a:p>
          <a:p>
            <a:pPr lvl="3"/>
            <a:r>
              <a:rPr lang="en-US"/>
              <a:t>training room, C-section surgical suite, labor and delivery suite, supply closets, patient rooms, nursery with doorway requiring card entry, snack/water station, </a:t>
            </a:r>
          </a:p>
          <a:p>
            <a:pPr lvl="3"/>
            <a:r>
              <a:rPr lang="en-US"/>
              <a:t>utility room, and hallway/staff entrance. Icons can be moved or copied to the desired location on the map.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EA38D-B06B-4A95-A1A2-72BD07B78E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b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195" y="499600"/>
            <a:ext cx="4754444" cy="61534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BA6669-28E4-4640-B090-B470C7A8F8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7806618"/>
            <a:ext cx="6115508" cy="626084"/>
          </a:xfrm>
          <a:prstGeom prst="rect">
            <a:avLst/>
          </a:prstGeom>
        </p:spPr>
      </p:pic>
      <p:pic>
        <p:nvPicPr>
          <p:cNvPr id="4" name="Picture 3" descr="id-badge-booth-icon.png">
            <a:extLst>
              <a:ext uri="{FF2B5EF4-FFF2-40B4-BE49-F238E27FC236}">
                <a16:creationId xmlns:a16="http://schemas.microsoft.com/office/drawing/2014/main" id="{FCD1CB83-6B1B-F443-A988-FF5D694460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559" y="7806616"/>
            <a:ext cx="258388" cy="261167"/>
          </a:xfrm>
          <a:prstGeom prst="rect">
            <a:avLst/>
          </a:prstGeom>
        </p:spPr>
      </p:pic>
      <p:pic>
        <p:nvPicPr>
          <p:cNvPr id="5" name="Picture 4" descr="rfid-geofence-icon.png">
            <a:extLst>
              <a:ext uri="{FF2B5EF4-FFF2-40B4-BE49-F238E27FC236}">
                <a16:creationId xmlns:a16="http://schemas.microsoft.com/office/drawing/2014/main" id="{31100951-8538-354C-82EF-CE247CE8567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77" y="8131449"/>
            <a:ext cx="258388" cy="258388"/>
          </a:xfrm>
          <a:prstGeom prst="rect">
            <a:avLst/>
          </a:prstGeom>
        </p:spPr>
      </p:pic>
      <p:pic>
        <p:nvPicPr>
          <p:cNvPr id="6" name="Picture 5" descr="security-camera-icon.png">
            <a:extLst>
              <a:ext uri="{FF2B5EF4-FFF2-40B4-BE49-F238E27FC236}">
                <a16:creationId xmlns:a16="http://schemas.microsoft.com/office/drawing/2014/main" id="{E9E8D12E-5F6C-CC4E-B425-733566670E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8131449"/>
            <a:ext cx="261167" cy="258388"/>
          </a:xfrm>
          <a:prstGeom prst="rect">
            <a:avLst/>
          </a:prstGeom>
        </p:spPr>
      </p:pic>
      <p:pic>
        <p:nvPicPr>
          <p:cNvPr id="7" name="Picture 6" descr="employee-entrance-icon.png">
            <a:extLst>
              <a:ext uri="{FF2B5EF4-FFF2-40B4-BE49-F238E27FC236}">
                <a16:creationId xmlns:a16="http://schemas.microsoft.com/office/drawing/2014/main" id="{3D9C31DB-B5E9-6545-8358-422A72C5C31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288" y="7806616"/>
            <a:ext cx="261167" cy="261167"/>
          </a:xfrm>
          <a:prstGeom prst="rect">
            <a:avLst/>
          </a:prstGeom>
        </p:spPr>
      </p:pic>
      <p:pic>
        <p:nvPicPr>
          <p:cNvPr id="10" name="Picture 9" descr="exit-icon.png">
            <a:extLst>
              <a:ext uri="{FF2B5EF4-FFF2-40B4-BE49-F238E27FC236}">
                <a16:creationId xmlns:a16="http://schemas.microsoft.com/office/drawing/2014/main" id="{A5955A60-4A5B-A64E-B2BF-688115B7102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13" y="8131449"/>
            <a:ext cx="261167" cy="258388"/>
          </a:xfrm>
          <a:prstGeom prst="rect">
            <a:avLst/>
          </a:prstGeom>
        </p:spPr>
      </p:pic>
      <p:pic>
        <p:nvPicPr>
          <p:cNvPr id="13" name="Picture 12" descr="security-guard-station-icon.png">
            <a:extLst>
              <a:ext uri="{FF2B5EF4-FFF2-40B4-BE49-F238E27FC236}">
                <a16:creationId xmlns:a16="http://schemas.microsoft.com/office/drawing/2014/main" id="{0F7B9CE8-25CC-A04C-AC75-F54A74BC415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902" y="7806616"/>
            <a:ext cx="258388" cy="261167"/>
          </a:xfrm>
          <a:prstGeom prst="rect">
            <a:avLst/>
          </a:prstGeom>
        </p:spPr>
      </p:pic>
      <p:pic>
        <p:nvPicPr>
          <p:cNvPr id="14" name="Picture 13" descr="metal-detector-icon.png">
            <a:extLst>
              <a:ext uri="{FF2B5EF4-FFF2-40B4-BE49-F238E27FC236}">
                <a16:creationId xmlns:a16="http://schemas.microsoft.com/office/drawing/2014/main" id="{55951261-4F4F-6242-86A3-DAED0C828C6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7806616"/>
            <a:ext cx="258388" cy="26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4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er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5F2B40-524E-5545-B870-D00600945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7806618"/>
            <a:ext cx="6115508" cy="626084"/>
          </a:xfrm>
          <a:prstGeom prst="rect">
            <a:avLst/>
          </a:prstGeom>
        </p:spPr>
      </p:pic>
      <p:pic>
        <p:nvPicPr>
          <p:cNvPr id="5" name="Picture 4" descr="id-badge-booth-icon.png">
            <a:extLst>
              <a:ext uri="{FF2B5EF4-FFF2-40B4-BE49-F238E27FC236}">
                <a16:creationId xmlns:a16="http://schemas.microsoft.com/office/drawing/2014/main" id="{B1364A1D-8AE5-304F-8AB3-764E6ACEE4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559" y="7806616"/>
            <a:ext cx="258388" cy="261167"/>
          </a:xfrm>
          <a:prstGeom prst="rect">
            <a:avLst/>
          </a:prstGeom>
        </p:spPr>
      </p:pic>
      <p:pic>
        <p:nvPicPr>
          <p:cNvPr id="6" name="Picture 5" descr="rfid-geofence-icon.png">
            <a:extLst>
              <a:ext uri="{FF2B5EF4-FFF2-40B4-BE49-F238E27FC236}">
                <a16:creationId xmlns:a16="http://schemas.microsoft.com/office/drawing/2014/main" id="{56C5E506-631A-5549-9477-46763E6690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77" y="8131449"/>
            <a:ext cx="258388" cy="258388"/>
          </a:xfrm>
          <a:prstGeom prst="rect">
            <a:avLst/>
          </a:prstGeom>
        </p:spPr>
      </p:pic>
      <p:pic>
        <p:nvPicPr>
          <p:cNvPr id="8" name="Picture 7" descr="security-camera-icon.png">
            <a:extLst>
              <a:ext uri="{FF2B5EF4-FFF2-40B4-BE49-F238E27FC236}">
                <a16:creationId xmlns:a16="http://schemas.microsoft.com/office/drawing/2014/main" id="{9D39CDEE-BFBA-BF4A-A105-7D379565488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8131449"/>
            <a:ext cx="261167" cy="258388"/>
          </a:xfrm>
          <a:prstGeom prst="rect">
            <a:avLst/>
          </a:prstGeom>
        </p:spPr>
      </p:pic>
      <p:pic>
        <p:nvPicPr>
          <p:cNvPr id="9" name="Picture 8" descr="employee-entrance-icon.png">
            <a:extLst>
              <a:ext uri="{FF2B5EF4-FFF2-40B4-BE49-F238E27FC236}">
                <a16:creationId xmlns:a16="http://schemas.microsoft.com/office/drawing/2014/main" id="{F3499BC9-10B1-5944-9DEC-CF742B8CC4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288" y="7806616"/>
            <a:ext cx="261167" cy="261167"/>
          </a:xfrm>
          <a:prstGeom prst="rect">
            <a:avLst/>
          </a:prstGeom>
        </p:spPr>
      </p:pic>
      <p:pic>
        <p:nvPicPr>
          <p:cNvPr id="10" name="Picture 9" descr="exit-icon.png">
            <a:extLst>
              <a:ext uri="{FF2B5EF4-FFF2-40B4-BE49-F238E27FC236}">
                <a16:creationId xmlns:a16="http://schemas.microsoft.com/office/drawing/2014/main" id="{912E3EE7-30AE-6C46-AE03-DF3B5B35497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13" y="8131449"/>
            <a:ext cx="261167" cy="258388"/>
          </a:xfrm>
          <a:prstGeom prst="rect">
            <a:avLst/>
          </a:prstGeom>
        </p:spPr>
      </p:pic>
      <p:pic>
        <p:nvPicPr>
          <p:cNvPr id="11" name="Picture 10" descr="security-guard-station-icon.png">
            <a:extLst>
              <a:ext uri="{FF2B5EF4-FFF2-40B4-BE49-F238E27FC236}">
                <a16:creationId xmlns:a16="http://schemas.microsoft.com/office/drawing/2014/main" id="{618B7AF9-2A88-4F4F-A010-FACA026FF62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902" y="7806616"/>
            <a:ext cx="258388" cy="261167"/>
          </a:xfrm>
          <a:prstGeom prst="rect">
            <a:avLst/>
          </a:prstGeom>
        </p:spPr>
      </p:pic>
      <p:pic>
        <p:nvPicPr>
          <p:cNvPr id="12" name="Picture 11" descr="metal-detector-icon.png">
            <a:extLst>
              <a:ext uri="{FF2B5EF4-FFF2-40B4-BE49-F238E27FC236}">
                <a16:creationId xmlns:a16="http://schemas.microsoft.com/office/drawing/2014/main" id="{EB13916C-CB66-EF46-9124-81A1109BE9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7806616"/>
            <a:ext cx="258388" cy="26116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EEAF196-8AD8-4A91-A384-F0B1A172C4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987" y="470067"/>
            <a:ext cx="4591050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21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ACA83-8B69-2244-A644-814C6C0867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-269944"/>
            <a:ext cx="6275753" cy="6773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F8626E-213C-C24C-9389-C334DC7DE0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8909" y="7982712"/>
            <a:ext cx="5376675" cy="301093"/>
          </a:xfrm>
          <a:prstGeom prst="rect">
            <a:avLst/>
          </a:prstGeom>
        </p:spPr>
      </p:pic>
      <p:pic>
        <p:nvPicPr>
          <p:cNvPr id="11" name="Picture 10" descr="security-camera-icon.png">
            <a:extLst>
              <a:ext uri="{FF2B5EF4-FFF2-40B4-BE49-F238E27FC236}">
                <a16:creationId xmlns:a16="http://schemas.microsoft.com/office/drawing/2014/main" id="{08AEF0D4-75E4-F24A-B3EE-9EF78F6468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888" y="7982712"/>
            <a:ext cx="261167" cy="258388"/>
          </a:xfrm>
          <a:prstGeom prst="rect">
            <a:avLst/>
          </a:prstGeom>
        </p:spPr>
      </p:pic>
      <p:pic>
        <p:nvPicPr>
          <p:cNvPr id="13" name="Picture 12" descr="fencing-icon.png">
            <a:extLst>
              <a:ext uri="{FF2B5EF4-FFF2-40B4-BE49-F238E27FC236}">
                <a16:creationId xmlns:a16="http://schemas.microsoft.com/office/drawing/2014/main" id="{55242596-00A2-6542-95C4-8DD052150EB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767" y="7982712"/>
            <a:ext cx="261167" cy="258388"/>
          </a:xfrm>
          <a:prstGeom prst="rect">
            <a:avLst/>
          </a:prstGeom>
        </p:spPr>
      </p:pic>
      <p:pic>
        <p:nvPicPr>
          <p:cNvPr id="16" name="Picture 15" descr="lighting-icon.png">
            <a:extLst>
              <a:ext uri="{FF2B5EF4-FFF2-40B4-BE49-F238E27FC236}">
                <a16:creationId xmlns:a16="http://schemas.microsoft.com/office/drawing/2014/main" id="{A87710F8-14ED-C945-B6F0-EE070045CAE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09" y="7982712"/>
            <a:ext cx="258388" cy="258388"/>
          </a:xfrm>
          <a:prstGeom prst="rect">
            <a:avLst/>
          </a:prstGeom>
        </p:spPr>
      </p:pic>
      <p:pic>
        <p:nvPicPr>
          <p:cNvPr id="17" name="Picture 16" descr="security-guard-station-icon.png">
            <a:extLst>
              <a:ext uri="{FF2B5EF4-FFF2-40B4-BE49-F238E27FC236}">
                <a16:creationId xmlns:a16="http://schemas.microsoft.com/office/drawing/2014/main" id="{C7904C92-1AC5-994E-9FE1-B8121BB11FA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788" y="7982712"/>
            <a:ext cx="258388" cy="2611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D48CD9-3015-D34A-986F-E3E4B8D9F20E}"/>
              </a:ext>
            </a:extLst>
          </p:cNvPr>
          <p:cNvSpPr txBox="1"/>
          <p:nvPr userDrawn="1"/>
        </p:nvSpPr>
        <p:spPr>
          <a:xfrm>
            <a:off x="998191" y="8765061"/>
            <a:ext cx="4349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</a:rPr>
              <a:t>Icons can be moved or copied to the desired location on the maps.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AFFF409-D623-104E-B73D-3137040FB553}"/>
              </a:ext>
            </a:extLst>
          </p:cNvPr>
          <p:cNvCxnSpPr>
            <a:cxnSpLocks/>
            <a:stCxn id="15" idx="3"/>
          </p:cNvCxnSpPr>
          <p:nvPr userDrawn="1"/>
        </p:nvCxnSpPr>
        <p:spPr>
          <a:xfrm>
            <a:off x="2269935" y="6824109"/>
            <a:ext cx="3040571" cy="1091799"/>
          </a:xfrm>
          <a:prstGeom prst="bentConnector3">
            <a:avLst>
              <a:gd name="adj1" fmla="val 100122"/>
            </a:avLst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064029D-9822-3E44-BA59-0ACE872BCC23}"/>
              </a:ext>
            </a:extLst>
          </p:cNvPr>
          <p:cNvCxnSpPr>
            <a:cxnSpLocks/>
          </p:cNvCxnSpPr>
          <p:nvPr userDrawn="1"/>
        </p:nvCxnSpPr>
        <p:spPr>
          <a:xfrm rot="5400000" flipH="1" flipV="1">
            <a:off x="61672" y="5466528"/>
            <a:ext cx="1841040" cy="474017"/>
          </a:xfrm>
          <a:prstGeom prst="bentConnector3">
            <a:avLst>
              <a:gd name="adj1" fmla="val 100092"/>
            </a:avLst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4BC24921-2E7A-3441-818D-F6A91DFB8A07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70678" y="8436634"/>
            <a:ext cx="549009" cy="354066"/>
          </a:xfrm>
          <a:prstGeom prst="bentConnector3">
            <a:avLst>
              <a:gd name="adj1" fmla="val 176"/>
            </a:avLst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C679EC-43AC-8B4B-83C6-9A5E7F90E89F}"/>
              </a:ext>
            </a:extLst>
          </p:cNvPr>
          <p:cNvSpPr txBox="1"/>
          <p:nvPr userDrawn="1"/>
        </p:nvSpPr>
        <p:spPr>
          <a:xfrm>
            <a:off x="438955" y="6624054"/>
            <a:ext cx="1830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</a:rPr>
              <a:t>Fences can be drawn using the shapes/lines/freeform tool</a:t>
            </a:r>
          </a:p>
        </p:txBody>
      </p:sp>
    </p:spTree>
    <p:extLst>
      <p:ext uri="{BB962C8B-B14F-4D97-AF65-F5344CB8AC3E}">
        <p14:creationId xmlns:p14="http://schemas.microsoft.com/office/powerpoint/2010/main" val="1830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d-badge-booth-icon.png">
            <a:extLst>
              <a:ext uri="{FF2B5EF4-FFF2-40B4-BE49-F238E27FC236}">
                <a16:creationId xmlns:a16="http://schemas.microsoft.com/office/drawing/2014/main" id="{6A363C56-06CB-984E-8DB1-541686B896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559" y="4234118"/>
            <a:ext cx="258388" cy="261167"/>
          </a:xfrm>
          <a:prstGeom prst="rect">
            <a:avLst/>
          </a:prstGeom>
        </p:spPr>
      </p:pic>
      <p:pic>
        <p:nvPicPr>
          <p:cNvPr id="9" name="Picture 8" descr="rfid-geofence-icon.png">
            <a:extLst>
              <a:ext uri="{FF2B5EF4-FFF2-40B4-BE49-F238E27FC236}">
                <a16:creationId xmlns:a16="http://schemas.microsoft.com/office/drawing/2014/main" id="{0E02F7FD-0F18-4044-AB54-EE12365F78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77" y="4878111"/>
            <a:ext cx="258388" cy="258388"/>
          </a:xfrm>
          <a:prstGeom prst="rect">
            <a:avLst/>
          </a:prstGeom>
        </p:spPr>
      </p:pic>
      <p:pic>
        <p:nvPicPr>
          <p:cNvPr id="10" name="Picture 9" descr="security-camera-icon.png">
            <a:extLst>
              <a:ext uri="{FF2B5EF4-FFF2-40B4-BE49-F238E27FC236}">
                <a16:creationId xmlns:a16="http://schemas.microsoft.com/office/drawing/2014/main" id="{389263B4-CF8D-954F-9ABF-497F3C2631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288" y="4551323"/>
            <a:ext cx="261167" cy="258388"/>
          </a:xfrm>
          <a:prstGeom prst="rect">
            <a:avLst/>
          </a:prstGeom>
        </p:spPr>
      </p:pic>
      <p:pic>
        <p:nvPicPr>
          <p:cNvPr id="11" name="Picture 10" descr="employee-entrance-icon.png">
            <a:extLst>
              <a:ext uri="{FF2B5EF4-FFF2-40B4-BE49-F238E27FC236}">
                <a16:creationId xmlns:a16="http://schemas.microsoft.com/office/drawing/2014/main" id="{AB9BE78D-088A-C547-A507-4B5E598BBED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288" y="4234118"/>
            <a:ext cx="261167" cy="261167"/>
          </a:xfrm>
          <a:prstGeom prst="rect">
            <a:avLst/>
          </a:prstGeom>
        </p:spPr>
      </p:pic>
      <p:pic>
        <p:nvPicPr>
          <p:cNvPr id="12" name="Picture 11" descr="fencing-icon.png">
            <a:extLst>
              <a:ext uri="{FF2B5EF4-FFF2-40B4-BE49-F238E27FC236}">
                <a16:creationId xmlns:a16="http://schemas.microsoft.com/office/drawing/2014/main" id="{FFEB9007-3E60-5E4E-BB4C-5AFE668608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13" y="4878111"/>
            <a:ext cx="261167" cy="258388"/>
          </a:xfrm>
          <a:prstGeom prst="rect">
            <a:avLst/>
          </a:prstGeom>
        </p:spPr>
      </p:pic>
      <p:pic>
        <p:nvPicPr>
          <p:cNvPr id="13" name="Picture 12" descr="exit-icon.png">
            <a:extLst>
              <a:ext uri="{FF2B5EF4-FFF2-40B4-BE49-F238E27FC236}">
                <a16:creationId xmlns:a16="http://schemas.microsoft.com/office/drawing/2014/main" id="{AFAE129B-44AA-1046-A25D-DC8F112B731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13" y="4551323"/>
            <a:ext cx="261167" cy="258388"/>
          </a:xfrm>
          <a:prstGeom prst="rect">
            <a:avLst/>
          </a:prstGeom>
        </p:spPr>
      </p:pic>
      <p:pic>
        <p:nvPicPr>
          <p:cNvPr id="14" name="Picture 13" descr="security-guard-icon.png">
            <a:extLst>
              <a:ext uri="{FF2B5EF4-FFF2-40B4-BE49-F238E27FC236}">
                <a16:creationId xmlns:a16="http://schemas.microsoft.com/office/drawing/2014/main" id="{8FFA8C39-40D5-B24E-967D-214778E7416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15" y="4878111"/>
            <a:ext cx="258388" cy="258388"/>
          </a:xfrm>
          <a:prstGeom prst="rect">
            <a:avLst/>
          </a:prstGeom>
        </p:spPr>
      </p:pic>
      <p:pic>
        <p:nvPicPr>
          <p:cNvPr id="15" name="Picture 14" descr="lighting-icon.png">
            <a:extLst>
              <a:ext uri="{FF2B5EF4-FFF2-40B4-BE49-F238E27FC236}">
                <a16:creationId xmlns:a16="http://schemas.microsoft.com/office/drawing/2014/main" id="{C1673E20-10CD-D442-9E58-D570FD98581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15" y="4551323"/>
            <a:ext cx="258388" cy="258388"/>
          </a:xfrm>
          <a:prstGeom prst="rect">
            <a:avLst/>
          </a:prstGeom>
        </p:spPr>
      </p:pic>
      <p:pic>
        <p:nvPicPr>
          <p:cNvPr id="16" name="Picture 15" descr="security-guard-station-icon.png">
            <a:extLst>
              <a:ext uri="{FF2B5EF4-FFF2-40B4-BE49-F238E27FC236}">
                <a16:creationId xmlns:a16="http://schemas.microsoft.com/office/drawing/2014/main" id="{3E9E98F3-F4C8-0D43-99D2-E0A1F3D4F57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902" y="4234118"/>
            <a:ext cx="258388" cy="261167"/>
          </a:xfrm>
          <a:prstGeom prst="rect">
            <a:avLst/>
          </a:prstGeom>
        </p:spPr>
      </p:pic>
      <p:pic>
        <p:nvPicPr>
          <p:cNvPr id="17" name="Picture 16" descr="metal-detector-icon.png">
            <a:extLst>
              <a:ext uri="{FF2B5EF4-FFF2-40B4-BE49-F238E27FC236}">
                <a16:creationId xmlns:a16="http://schemas.microsoft.com/office/drawing/2014/main" id="{8B3B67EE-5D48-034A-BEF5-8358AC46FE0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15" y="4234118"/>
            <a:ext cx="258388" cy="26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4"/>
            <a:ext cx="3030141" cy="526838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3" y="2046818"/>
            <a:ext cx="3031331" cy="8530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3" y="2899834"/>
            <a:ext cx="3031331" cy="526838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9C0D0C35-3F0C-4348-BC5B-E1C10A691963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0" y="8475137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106F2123-EF26-1D44-9CAE-765CA002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8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9C0D0C35-3F0C-4348-BC5B-E1C10A691963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0" y="8475137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106F2123-EF26-1D44-9CAE-765CA002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8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9C0D0C35-3F0C-4348-BC5B-E1C10A691963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0" y="8475137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106F2123-EF26-1D44-9CAE-765CA002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33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64067"/>
            <a:ext cx="2256235" cy="15494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64070"/>
            <a:ext cx="3833813" cy="780415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1913470"/>
            <a:ext cx="2256235" cy="6254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9C0D0C35-3F0C-4348-BC5B-E1C10A691963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8475137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106F2123-EF26-1D44-9CAE-765CA002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7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2"/>
            <a:ext cx="4114800" cy="7556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2"/>
            <a:ext cx="4114800" cy="10731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9C0D0C35-3F0C-4348-BC5B-E1C10A691963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8475137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106F2123-EF26-1D44-9CAE-765CA002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133602"/>
            <a:ext cx="6172200" cy="60346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9C0D0C35-3F0C-4348-BC5B-E1C10A691963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8475137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106F2123-EF26-1D44-9CAE-765CA002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10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2"/>
            <a:ext cx="1157288" cy="104013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6" y="488952"/>
            <a:ext cx="3357563" cy="104013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9C0D0C35-3F0C-4348-BC5B-E1C10A691963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8475137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8475137"/>
            <a:ext cx="1600200" cy="486833"/>
          </a:xfrm>
          <a:prstGeom prst="rect">
            <a:avLst/>
          </a:prstGeom>
        </p:spPr>
        <p:txBody>
          <a:bodyPr/>
          <a:lstStyle/>
          <a:p>
            <a:fld id="{106F2123-EF26-1D44-9CAE-765CA002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0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6857999" cy="886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0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 for the security camera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254" y="3839537"/>
            <a:ext cx="261167" cy="258388"/>
          </a:xfrm>
          <a:prstGeom prst="rect">
            <a:avLst/>
          </a:prstGeom>
        </p:spPr>
      </p:pic>
      <p:pic>
        <p:nvPicPr>
          <p:cNvPr id="9" name="Picture 8" descr="Icon for external lighting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007" y="1047251"/>
            <a:ext cx="258388" cy="258388"/>
          </a:xfrm>
          <a:prstGeom prst="rect">
            <a:avLst/>
          </a:prstGeom>
        </p:spPr>
      </p:pic>
      <p:pic>
        <p:nvPicPr>
          <p:cNvPr id="10" name="Picture 9" descr="Icon for the security guard station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912" y="7992784"/>
            <a:ext cx="258388" cy="261167"/>
          </a:xfrm>
          <a:prstGeom prst="rect">
            <a:avLst/>
          </a:prstGeom>
        </p:spPr>
      </p:pic>
      <p:sp>
        <p:nvSpPr>
          <p:cNvPr id="13" name="Freeform 12" descr="Freeform shape&#10;&#10;An example of a fence drawn using the PowerPoint freeform tool showing lines in a rectangular shape with an opening for access.">
            <a:extLst>
              <a:ext uri="{FF2B5EF4-FFF2-40B4-BE49-F238E27FC236}">
                <a16:creationId xmlns:a16="http://schemas.microsoft.com/office/drawing/2014/main" id="{F56B7A2C-C4E3-D041-A8ED-02273E26473C}"/>
              </a:ext>
            </a:extLst>
          </p:cNvPr>
          <p:cNvSpPr/>
          <p:nvPr/>
        </p:nvSpPr>
        <p:spPr>
          <a:xfrm>
            <a:off x="1273908" y="4579815"/>
            <a:ext cx="1070707" cy="890954"/>
          </a:xfrm>
          <a:custGeom>
            <a:avLst/>
            <a:gdLst>
              <a:gd name="connsiteX0" fmla="*/ 539261 w 1172307"/>
              <a:gd name="connsiteY0" fmla="*/ 234462 h 890954"/>
              <a:gd name="connsiteX1" fmla="*/ 23446 w 1172307"/>
              <a:gd name="connsiteY1" fmla="*/ 0 h 890954"/>
              <a:gd name="connsiteX2" fmla="*/ 0 w 1172307"/>
              <a:gd name="connsiteY2" fmla="*/ 422031 h 890954"/>
              <a:gd name="connsiteX3" fmla="*/ 1016000 w 1172307"/>
              <a:gd name="connsiteY3" fmla="*/ 890954 h 890954"/>
              <a:gd name="connsiteX4" fmla="*/ 1172307 w 1172307"/>
              <a:gd name="connsiteY4" fmla="*/ 547077 h 890954"/>
              <a:gd name="connsiteX5" fmla="*/ 679938 w 1172307"/>
              <a:gd name="connsiteY5" fmla="*/ 320431 h 890954"/>
              <a:gd name="connsiteX6" fmla="*/ 547077 w 1172307"/>
              <a:gd name="connsiteY6" fmla="*/ 429847 h 89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2307" h="890954">
                <a:moveTo>
                  <a:pt x="539261" y="234462"/>
                </a:moveTo>
                <a:lnTo>
                  <a:pt x="23446" y="0"/>
                </a:lnTo>
                <a:lnTo>
                  <a:pt x="0" y="422031"/>
                </a:lnTo>
                <a:lnTo>
                  <a:pt x="1016000" y="890954"/>
                </a:lnTo>
                <a:lnTo>
                  <a:pt x="1172307" y="547077"/>
                </a:lnTo>
                <a:lnTo>
                  <a:pt x="679938" y="320431"/>
                </a:lnTo>
                <a:lnTo>
                  <a:pt x="547077" y="429847"/>
                </a:lnTo>
              </a:path>
            </a:pathLst>
          </a:cu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Elbow Connector 17" descr="Arrow line to fence icon&#10;&#10;Line extending from the instruction &quot;Fences can be drawn using the shapes/lines/freeform tool&quot; and pointing to the Fencing icon">
            <a:extLst>
              <a:ext uri="{FF2B5EF4-FFF2-40B4-BE49-F238E27FC236}">
                <a16:creationId xmlns:a16="http://schemas.microsoft.com/office/drawing/2014/main" id="{35901CC9-7AB7-AC4C-9C9E-A3CD436D4B60}"/>
              </a:ext>
            </a:extLst>
          </p:cNvPr>
          <p:cNvCxnSpPr>
            <a:cxnSpLocks/>
          </p:cNvCxnSpPr>
          <p:nvPr/>
        </p:nvCxnSpPr>
        <p:spPr>
          <a:xfrm>
            <a:off x="2269935" y="6824109"/>
            <a:ext cx="3040571" cy="1091799"/>
          </a:xfrm>
          <a:prstGeom prst="bentConnector3">
            <a:avLst>
              <a:gd name="adj1" fmla="val 100122"/>
            </a:avLst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32989C-9C4A-448D-A590-DA0A240F8005}"/>
              </a:ext>
            </a:extLst>
          </p:cNvPr>
          <p:cNvSpPr txBox="1"/>
          <p:nvPr/>
        </p:nvSpPr>
        <p:spPr>
          <a:xfrm>
            <a:off x="218383" y="30778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Lato"/>
              </a:rPr>
              <a:t>Exterior</a:t>
            </a:r>
          </a:p>
        </p:txBody>
      </p:sp>
      <p:pic>
        <p:nvPicPr>
          <p:cNvPr id="3" name="Picture 2" descr="Icon for external lighting.">
            <a:extLst>
              <a:ext uri="{FF2B5EF4-FFF2-40B4-BE49-F238E27FC236}">
                <a16:creationId xmlns:a16="http://schemas.microsoft.com/office/drawing/2014/main" id="{7DF47757-9E0D-A2E4-AE4B-120E87462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61" y="7734396"/>
            <a:ext cx="258388" cy="258388"/>
          </a:xfrm>
          <a:prstGeom prst="rect">
            <a:avLst/>
          </a:prstGeom>
        </p:spPr>
      </p:pic>
      <p:pic>
        <p:nvPicPr>
          <p:cNvPr id="5" name="Picture 4" descr="Icon for external lighting.">
            <a:extLst>
              <a:ext uri="{FF2B5EF4-FFF2-40B4-BE49-F238E27FC236}">
                <a16:creationId xmlns:a16="http://schemas.microsoft.com/office/drawing/2014/main" id="{D77973BF-E4D6-EC05-B771-AEA584391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706" y="1486480"/>
            <a:ext cx="258388" cy="258388"/>
          </a:xfrm>
          <a:prstGeom prst="rect">
            <a:avLst/>
          </a:prstGeom>
        </p:spPr>
      </p:pic>
      <p:pic>
        <p:nvPicPr>
          <p:cNvPr id="6" name="Picture 5" descr="Icon for external lighting.">
            <a:extLst>
              <a:ext uri="{FF2B5EF4-FFF2-40B4-BE49-F238E27FC236}">
                <a16:creationId xmlns:a16="http://schemas.microsoft.com/office/drawing/2014/main" id="{9B8949AE-5A1A-811E-4EF5-B95A9B36B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315" y="2240881"/>
            <a:ext cx="258388" cy="258388"/>
          </a:xfrm>
          <a:prstGeom prst="rect">
            <a:avLst/>
          </a:prstGeom>
        </p:spPr>
      </p:pic>
      <p:pic>
        <p:nvPicPr>
          <p:cNvPr id="7" name="Picture 6" descr="Icon for external lighting.">
            <a:extLst>
              <a:ext uri="{FF2B5EF4-FFF2-40B4-BE49-F238E27FC236}">
                <a16:creationId xmlns:a16="http://schemas.microsoft.com/office/drawing/2014/main" id="{D9652147-1EBB-34CD-1C62-3D32056A4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146" y="1357286"/>
            <a:ext cx="258388" cy="258388"/>
          </a:xfrm>
          <a:prstGeom prst="rect">
            <a:avLst/>
          </a:prstGeom>
        </p:spPr>
      </p:pic>
      <p:pic>
        <p:nvPicPr>
          <p:cNvPr id="8" name="Picture 7" descr="Icon for external lighting.">
            <a:extLst>
              <a:ext uri="{FF2B5EF4-FFF2-40B4-BE49-F238E27FC236}">
                <a16:creationId xmlns:a16="http://schemas.microsoft.com/office/drawing/2014/main" id="{C84B185D-46D7-6ABE-06C2-78CF3EA53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68" y="1982493"/>
            <a:ext cx="258388" cy="258388"/>
          </a:xfrm>
          <a:prstGeom prst="rect">
            <a:avLst/>
          </a:prstGeom>
        </p:spPr>
      </p:pic>
      <p:pic>
        <p:nvPicPr>
          <p:cNvPr id="11" name="Picture 10" descr="Icon for external lighting.">
            <a:extLst>
              <a:ext uri="{FF2B5EF4-FFF2-40B4-BE49-F238E27FC236}">
                <a16:creationId xmlns:a16="http://schemas.microsoft.com/office/drawing/2014/main" id="{BA7BA2F3-A2CA-2B1D-4DDA-D0260DE87A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738" y="1874062"/>
            <a:ext cx="258388" cy="258388"/>
          </a:xfrm>
          <a:prstGeom prst="rect">
            <a:avLst/>
          </a:prstGeom>
        </p:spPr>
      </p:pic>
      <p:pic>
        <p:nvPicPr>
          <p:cNvPr id="12" name="Picture 11" descr="Icon for external lighting.">
            <a:extLst>
              <a:ext uri="{FF2B5EF4-FFF2-40B4-BE49-F238E27FC236}">
                <a16:creationId xmlns:a16="http://schemas.microsoft.com/office/drawing/2014/main" id="{179F89AC-44F5-B232-C046-B2C9B32703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95" y="3951288"/>
            <a:ext cx="258388" cy="258388"/>
          </a:xfrm>
          <a:prstGeom prst="rect">
            <a:avLst/>
          </a:prstGeom>
        </p:spPr>
      </p:pic>
      <p:pic>
        <p:nvPicPr>
          <p:cNvPr id="14" name="Picture 13" descr="Icon for external lighting.">
            <a:extLst>
              <a:ext uri="{FF2B5EF4-FFF2-40B4-BE49-F238E27FC236}">
                <a16:creationId xmlns:a16="http://schemas.microsoft.com/office/drawing/2014/main" id="{D63F437D-9EFF-D95D-275A-2E12CA399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577" y="2251796"/>
            <a:ext cx="258388" cy="258388"/>
          </a:xfrm>
          <a:prstGeom prst="rect">
            <a:avLst/>
          </a:prstGeom>
        </p:spPr>
      </p:pic>
      <p:pic>
        <p:nvPicPr>
          <p:cNvPr id="15" name="Picture 14" descr="Icon for external lighting.">
            <a:extLst>
              <a:ext uri="{FF2B5EF4-FFF2-40B4-BE49-F238E27FC236}">
                <a16:creationId xmlns:a16="http://schemas.microsoft.com/office/drawing/2014/main" id="{CD3D249F-69A5-FE04-8F80-D08B077CD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20" y="3415313"/>
            <a:ext cx="258388" cy="258388"/>
          </a:xfrm>
          <a:prstGeom prst="rect">
            <a:avLst/>
          </a:prstGeom>
        </p:spPr>
      </p:pic>
      <p:pic>
        <p:nvPicPr>
          <p:cNvPr id="16" name="Picture 15" descr="Icon for external lighting.">
            <a:extLst>
              <a:ext uri="{FF2B5EF4-FFF2-40B4-BE49-F238E27FC236}">
                <a16:creationId xmlns:a16="http://schemas.microsoft.com/office/drawing/2014/main" id="{FF88A162-630D-D1F4-C975-45B0E46DF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911" y="2085709"/>
            <a:ext cx="258388" cy="258388"/>
          </a:xfrm>
          <a:prstGeom prst="rect">
            <a:avLst/>
          </a:prstGeom>
        </p:spPr>
      </p:pic>
      <p:pic>
        <p:nvPicPr>
          <p:cNvPr id="17" name="Picture 16" descr="Icon for external lighting.">
            <a:extLst>
              <a:ext uri="{FF2B5EF4-FFF2-40B4-BE49-F238E27FC236}">
                <a16:creationId xmlns:a16="http://schemas.microsoft.com/office/drawing/2014/main" id="{E7651002-9294-F07B-D8CC-E8D9CB846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909" y="2462376"/>
            <a:ext cx="258388" cy="258388"/>
          </a:xfrm>
          <a:prstGeom prst="rect">
            <a:avLst/>
          </a:prstGeom>
        </p:spPr>
      </p:pic>
      <p:pic>
        <p:nvPicPr>
          <p:cNvPr id="19" name="Picture 18" descr="Icon for external lighting.">
            <a:extLst>
              <a:ext uri="{FF2B5EF4-FFF2-40B4-BE49-F238E27FC236}">
                <a16:creationId xmlns:a16="http://schemas.microsoft.com/office/drawing/2014/main" id="{BEB7D129-F0AD-BB6F-34C1-6557D65EA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21" y="2145240"/>
            <a:ext cx="258388" cy="258388"/>
          </a:xfrm>
          <a:prstGeom prst="rect">
            <a:avLst/>
          </a:prstGeom>
        </p:spPr>
      </p:pic>
      <p:pic>
        <p:nvPicPr>
          <p:cNvPr id="20" name="Picture 19" descr="Icon for the security camera.">
            <a:extLst>
              <a:ext uri="{FF2B5EF4-FFF2-40B4-BE49-F238E27FC236}">
                <a16:creationId xmlns:a16="http://schemas.microsoft.com/office/drawing/2014/main" id="{39EC35B0-74EC-1256-7144-4FF4EC7CE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959" y="2630008"/>
            <a:ext cx="261167" cy="258388"/>
          </a:xfrm>
          <a:prstGeom prst="rect">
            <a:avLst/>
          </a:prstGeom>
        </p:spPr>
      </p:pic>
      <p:pic>
        <p:nvPicPr>
          <p:cNvPr id="21" name="Picture 20" descr="Icon for the security camera.">
            <a:extLst>
              <a:ext uri="{FF2B5EF4-FFF2-40B4-BE49-F238E27FC236}">
                <a16:creationId xmlns:a16="http://schemas.microsoft.com/office/drawing/2014/main" id="{CF1B16A8-55C0-BF7A-9C7C-4C09304CE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961" y="3151960"/>
            <a:ext cx="261167" cy="258388"/>
          </a:xfrm>
          <a:prstGeom prst="rect">
            <a:avLst/>
          </a:prstGeom>
        </p:spPr>
      </p:pic>
      <p:pic>
        <p:nvPicPr>
          <p:cNvPr id="23" name="Picture 22" descr="Icon for external lighting.">
            <a:extLst>
              <a:ext uri="{FF2B5EF4-FFF2-40B4-BE49-F238E27FC236}">
                <a16:creationId xmlns:a16="http://schemas.microsoft.com/office/drawing/2014/main" id="{4C282D8A-DD21-A599-2035-1C9F5615E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542" y="4195111"/>
            <a:ext cx="258388" cy="258388"/>
          </a:xfrm>
          <a:prstGeom prst="rect">
            <a:avLst/>
          </a:prstGeom>
        </p:spPr>
      </p:pic>
      <p:pic>
        <p:nvPicPr>
          <p:cNvPr id="24" name="Picture 23" descr="Icon for external lighting.">
            <a:extLst>
              <a:ext uri="{FF2B5EF4-FFF2-40B4-BE49-F238E27FC236}">
                <a16:creationId xmlns:a16="http://schemas.microsoft.com/office/drawing/2014/main" id="{F8F027B0-D0BE-98C8-EB25-661B954635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067" y="3451955"/>
            <a:ext cx="258388" cy="258388"/>
          </a:xfrm>
          <a:prstGeom prst="rect">
            <a:avLst/>
          </a:prstGeom>
        </p:spPr>
      </p:pic>
      <p:pic>
        <p:nvPicPr>
          <p:cNvPr id="25" name="Picture 24" descr="Icon for external lighting.">
            <a:extLst>
              <a:ext uri="{FF2B5EF4-FFF2-40B4-BE49-F238E27FC236}">
                <a16:creationId xmlns:a16="http://schemas.microsoft.com/office/drawing/2014/main" id="{92413911-9D4D-E581-1974-284814D87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062" y="2460412"/>
            <a:ext cx="258388" cy="258388"/>
          </a:xfrm>
          <a:prstGeom prst="rect">
            <a:avLst/>
          </a:prstGeom>
        </p:spPr>
      </p:pic>
      <p:pic>
        <p:nvPicPr>
          <p:cNvPr id="26" name="Picture 25" descr="Icon for external lighting.">
            <a:extLst>
              <a:ext uri="{FF2B5EF4-FFF2-40B4-BE49-F238E27FC236}">
                <a16:creationId xmlns:a16="http://schemas.microsoft.com/office/drawing/2014/main" id="{56B9D03B-DC43-4D02-C7A5-579EDF4112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832" y="4198139"/>
            <a:ext cx="258388" cy="258388"/>
          </a:xfrm>
          <a:prstGeom prst="rect">
            <a:avLst/>
          </a:prstGeom>
        </p:spPr>
      </p:pic>
      <p:pic>
        <p:nvPicPr>
          <p:cNvPr id="27" name="Picture 26" descr="Icon for external lighting.">
            <a:extLst>
              <a:ext uri="{FF2B5EF4-FFF2-40B4-BE49-F238E27FC236}">
                <a16:creationId xmlns:a16="http://schemas.microsoft.com/office/drawing/2014/main" id="{6D187137-B1E5-3FFA-A4C6-E49324ED7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076" y="2958112"/>
            <a:ext cx="258388" cy="258388"/>
          </a:xfrm>
          <a:prstGeom prst="rect">
            <a:avLst/>
          </a:prstGeom>
        </p:spPr>
      </p:pic>
      <p:pic>
        <p:nvPicPr>
          <p:cNvPr id="28" name="Picture 27" descr="Icon for the security guard station.">
            <a:extLst>
              <a:ext uri="{FF2B5EF4-FFF2-40B4-BE49-F238E27FC236}">
                <a16:creationId xmlns:a16="http://schemas.microsoft.com/office/drawing/2014/main" id="{BC76FA78-50CD-B2B3-CC77-13D43749EF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180" y="2797736"/>
            <a:ext cx="258388" cy="261167"/>
          </a:xfrm>
          <a:prstGeom prst="rect">
            <a:avLst/>
          </a:prstGeom>
        </p:spPr>
      </p:pic>
      <p:pic>
        <p:nvPicPr>
          <p:cNvPr id="29" name="Picture 28" descr="Icon for the security guard station.">
            <a:extLst>
              <a:ext uri="{FF2B5EF4-FFF2-40B4-BE49-F238E27FC236}">
                <a16:creationId xmlns:a16="http://schemas.microsoft.com/office/drawing/2014/main" id="{D9D2B0CB-68A8-9688-C06F-975D51C5FE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312" y="8145184"/>
            <a:ext cx="258388" cy="261167"/>
          </a:xfrm>
          <a:prstGeom prst="rect">
            <a:avLst/>
          </a:prstGeom>
        </p:spPr>
      </p:pic>
      <p:pic>
        <p:nvPicPr>
          <p:cNvPr id="30" name="Picture 29" descr="Icon for external lighting.">
            <a:extLst>
              <a:ext uri="{FF2B5EF4-FFF2-40B4-BE49-F238E27FC236}">
                <a16:creationId xmlns:a16="http://schemas.microsoft.com/office/drawing/2014/main" id="{B797EB91-B2B5-9E7D-40B6-777091A59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044" y="4409881"/>
            <a:ext cx="258388" cy="258388"/>
          </a:xfrm>
          <a:prstGeom prst="rect">
            <a:avLst/>
          </a:prstGeom>
        </p:spPr>
      </p:pic>
      <p:pic>
        <p:nvPicPr>
          <p:cNvPr id="31" name="Picture 30" descr="Icon for external lighting.">
            <a:extLst>
              <a:ext uri="{FF2B5EF4-FFF2-40B4-BE49-F238E27FC236}">
                <a16:creationId xmlns:a16="http://schemas.microsoft.com/office/drawing/2014/main" id="{15C553FB-9CB0-2D9F-DFA8-917AE71A6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976" y="3322761"/>
            <a:ext cx="258388" cy="258388"/>
          </a:xfrm>
          <a:prstGeom prst="rect">
            <a:avLst/>
          </a:prstGeom>
        </p:spPr>
      </p:pic>
      <p:pic>
        <p:nvPicPr>
          <p:cNvPr id="32" name="Picture 31" descr="Icon for external lighting.">
            <a:extLst>
              <a:ext uri="{FF2B5EF4-FFF2-40B4-BE49-F238E27FC236}">
                <a16:creationId xmlns:a16="http://schemas.microsoft.com/office/drawing/2014/main" id="{792887EB-CBCB-B4DF-7FE2-DA3CF4DCE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79" y="3710343"/>
            <a:ext cx="258388" cy="258388"/>
          </a:xfrm>
          <a:prstGeom prst="rect">
            <a:avLst/>
          </a:prstGeom>
        </p:spPr>
      </p:pic>
      <p:pic>
        <p:nvPicPr>
          <p:cNvPr id="33" name="Picture 32" descr="Icon for external lighting.">
            <a:extLst>
              <a:ext uri="{FF2B5EF4-FFF2-40B4-BE49-F238E27FC236}">
                <a16:creationId xmlns:a16="http://schemas.microsoft.com/office/drawing/2014/main" id="{944F8B9D-7156-1CE3-CBC5-9A9ACB005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967" y="2881933"/>
            <a:ext cx="258388" cy="258388"/>
          </a:xfrm>
          <a:prstGeom prst="rect">
            <a:avLst/>
          </a:prstGeom>
        </p:spPr>
      </p:pic>
      <p:pic>
        <p:nvPicPr>
          <p:cNvPr id="34" name="Picture 33" descr="Icon for the security camera.">
            <a:extLst>
              <a:ext uri="{FF2B5EF4-FFF2-40B4-BE49-F238E27FC236}">
                <a16:creationId xmlns:a16="http://schemas.microsoft.com/office/drawing/2014/main" id="{9A70F27B-070D-77AC-1B2A-E30115210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629" y="4642261"/>
            <a:ext cx="261167" cy="258388"/>
          </a:xfrm>
          <a:prstGeom prst="rect">
            <a:avLst/>
          </a:prstGeom>
        </p:spPr>
      </p:pic>
      <p:pic>
        <p:nvPicPr>
          <p:cNvPr id="35" name="Picture 34" descr="Icon for the security camera.">
            <a:extLst>
              <a:ext uri="{FF2B5EF4-FFF2-40B4-BE49-F238E27FC236}">
                <a16:creationId xmlns:a16="http://schemas.microsoft.com/office/drawing/2014/main" id="{B8A5270E-7C2C-D0DB-3226-A9A2CBCF1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198" y="2611568"/>
            <a:ext cx="261167" cy="258388"/>
          </a:xfrm>
          <a:prstGeom prst="rect">
            <a:avLst/>
          </a:prstGeom>
        </p:spPr>
      </p:pic>
      <p:pic>
        <p:nvPicPr>
          <p:cNvPr id="36" name="Picture 35" descr="Icon for the security guard station.">
            <a:extLst>
              <a:ext uri="{FF2B5EF4-FFF2-40B4-BE49-F238E27FC236}">
                <a16:creationId xmlns:a16="http://schemas.microsoft.com/office/drawing/2014/main" id="{91653372-64F5-BB8D-CA16-DF14063B6A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348" y="3885351"/>
            <a:ext cx="258388" cy="261167"/>
          </a:xfrm>
          <a:prstGeom prst="rect">
            <a:avLst/>
          </a:prstGeom>
        </p:spPr>
      </p:pic>
      <p:pic>
        <p:nvPicPr>
          <p:cNvPr id="37" name="Picture 36" descr="Icon for the security guard station.">
            <a:extLst>
              <a:ext uri="{FF2B5EF4-FFF2-40B4-BE49-F238E27FC236}">
                <a16:creationId xmlns:a16="http://schemas.microsoft.com/office/drawing/2014/main" id="{110B9610-01E7-3739-BA94-BA5303C3AB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869956"/>
            <a:ext cx="258388" cy="261167"/>
          </a:xfrm>
          <a:prstGeom prst="rect">
            <a:avLst/>
          </a:prstGeom>
        </p:spPr>
      </p:pic>
      <p:pic>
        <p:nvPicPr>
          <p:cNvPr id="38" name="Picture 37" descr="Icon for the security camera.">
            <a:extLst>
              <a:ext uri="{FF2B5EF4-FFF2-40B4-BE49-F238E27FC236}">
                <a16:creationId xmlns:a16="http://schemas.microsoft.com/office/drawing/2014/main" id="{72A1560F-E8A9-EE90-5CC4-120CE0499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044" y="7864979"/>
            <a:ext cx="261167" cy="258388"/>
          </a:xfrm>
          <a:prstGeom prst="rect">
            <a:avLst/>
          </a:prstGeom>
        </p:spPr>
      </p:pic>
      <p:pic>
        <p:nvPicPr>
          <p:cNvPr id="39" name="Picture 38" descr="Icon for the security camera.">
            <a:extLst>
              <a:ext uri="{FF2B5EF4-FFF2-40B4-BE49-F238E27FC236}">
                <a16:creationId xmlns:a16="http://schemas.microsoft.com/office/drawing/2014/main" id="{8841E1D2-8534-322D-97C1-648D3414F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228" y="1799412"/>
            <a:ext cx="261167" cy="258388"/>
          </a:xfrm>
          <a:prstGeom prst="rect">
            <a:avLst/>
          </a:prstGeom>
        </p:spPr>
      </p:pic>
      <p:pic>
        <p:nvPicPr>
          <p:cNvPr id="40" name="Picture 39" descr="Icon for the security camera.">
            <a:extLst>
              <a:ext uri="{FF2B5EF4-FFF2-40B4-BE49-F238E27FC236}">
                <a16:creationId xmlns:a16="http://schemas.microsoft.com/office/drawing/2014/main" id="{D93A87F3-1D1E-51A0-AF94-1A8771399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418" y="7695958"/>
            <a:ext cx="261167" cy="258388"/>
          </a:xfrm>
          <a:prstGeom prst="rect">
            <a:avLst/>
          </a:prstGeom>
        </p:spPr>
      </p:pic>
      <p:pic>
        <p:nvPicPr>
          <p:cNvPr id="41" name="Picture 40" descr="Icon for external lighting.">
            <a:extLst>
              <a:ext uri="{FF2B5EF4-FFF2-40B4-BE49-F238E27FC236}">
                <a16:creationId xmlns:a16="http://schemas.microsoft.com/office/drawing/2014/main" id="{DABCAC8B-067C-BB92-B0AF-54BE5086F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796" y="4827994"/>
            <a:ext cx="258388" cy="258388"/>
          </a:xfrm>
          <a:prstGeom prst="rect">
            <a:avLst/>
          </a:prstGeom>
        </p:spPr>
      </p:pic>
      <p:pic>
        <p:nvPicPr>
          <p:cNvPr id="42" name="Picture 41" descr="Icon for external lighting.">
            <a:extLst>
              <a:ext uri="{FF2B5EF4-FFF2-40B4-BE49-F238E27FC236}">
                <a16:creationId xmlns:a16="http://schemas.microsoft.com/office/drawing/2014/main" id="{3C1A06EA-0304-0637-B4EE-090495D48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193" y="4868289"/>
            <a:ext cx="258388" cy="258388"/>
          </a:xfrm>
          <a:prstGeom prst="rect">
            <a:avLst/>
          </a:prstGeom>
        </p:spPr>
      </p:pic>
      <p:pic>
        <p:nvPicPr>
          <p:cNvPr id="43" name="Picture 42" descr="Icon for the security camera.">
            <a:extLst>
              <a:ext uri="{FF2B5EF4-FFF2-40B4-BE49-F238E27FC236}">
                <a16:creationId xmlns:a16="http://schemas.microsoft.com/office/drawing/2014/main" id="{8FDAF66C-948E-D4B9-1215-0E61D6B4C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1435881" y="7801129"/>
            <a:ext cx="261167" cy="258388"/>
          </a:xfrm>
          <a:prstGeom prst="rect">
            <a:avLst/>
          </a:prstGeom>
        </p:spPr>
      </p:pic>
      <p:pic>
        <p:nvPicPr>
          <p:cNvPr id="44" name="Picture 43" descr="Icon for the security camera.">
            <a:extLst>
              <a:ext uri="{FF2B5EF4-FFF2-40B4-BE49-F238E27FC236}">
                <a16:creationId xmlns:a16="http://schemas.microsoft.com/office/drawing/2014/main" id="{E9AC75E4-92E5-A065-92B5-B92C183AC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138745" flipV="1">
            <a:off x="3913993" y="1766777"/>
            <a:ext cx="261167" cy="258388"/>
          </a:xfrm>
          <a:prstGeom prst="rect">
            <a:avLst/>
          </a:prstGeom>
        </p:spPr>
      </p:pic>
      <p:pic>
        <p:nvPicPr>
          <p:cNvPr id="45" name="Picture 44" descr="Icon for the security camera.">
            <a:extLst>
              <a:ext uri="{FF2B5EF4-FFF2-40B4-BE49-F238E27FC236}">
                <a16:creationId xmlns:a16="http://schemas.microsoft.com/office/drawing/2014/main" id="{4A36AB9D-84A9-51E1-55C8-1F1383284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1162908" y="3037771"/>
            <a:ext cx="261167" cy="258388"/>
          </a:xfrm>
          <a:prstGeom prst="rect">
            <a:avLst/>
          </a:prstGeom>
        </p:spPr>
      </p:pic>
      <p:pic>
        <p:nvPicPr>
          <p:cNvPr id="46" name="Picture 45" descr="Icon for the security camera.">
            <a:extLst>
              <a:ext uri="{FF2B5EF4-FFF2-40B4-BE49-F238E27FC236}">
                <a16:creationId xmlns:a16="http://schemas.microsoft.com/office/drawing/2014/main" id="{D9352406-68A6-FF50-8FE1-126549A66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929035" y="7620287"/>
            <a:ext cx="261167" cy="258388"/>
          </a:xfrm>
          <a:prstGeom prst="rect">
            <a:avLst/>
          </a:prstGeom>
        </p:spPr>
      </p:pic>
      <p:pic>
        <p:nvPicPr>
          <p:cNvPr id="47" name="Picture 46" descr="Icon for the security camera.">
            <a:extLst>
              <a:ext uri="{FF2B5EF4-FFF2-40B4-BE49-F238E27FC236}">
                <a16:creationId xmlns:a16="http://schemas.microsoft.com/office/drawing/2014/main" id="{DE3A56C8-77CB-F55D-8161-13EA3A3C0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1101382" y="2505763"/>
            <a:ext cx="261167" cy="2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3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 for the public entrance with security guard / ID badge check. Booth for visitors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367" y="5586473"/>
            <a:ext cx="258388" cy="261167"/>
          </a:xfrm>
          <a:prstGeom prst="rect">
            <a:avLst/>
          </a:prstGeom>
        </p:spPr>
      </p:pic>
      <p:pic>
        <p:nvPicPr>
          <p:cNvPr id="6" name="Picture 5" descr="Icon for the geofencing RFID system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335" y="7933319"/>
            <a:ext cx="258388" cy="258388"/>
          </a:xfrm>
          <a:prstGeom prst="rect">
            <a:avLst/>
          </a:prstGeom>
        </p:spPr>
      </p:pic>
      <p:pic>
        <p:nvPicPr>
          <p:cNvPr id="8" name="Picture 7" descr="Icon for the employee entrance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288" y="7807898"/>
            <a:ext cx="261167" cy="261167"/>
          </a:xfrm>
          <a:prstGeom prst="rect">
            <a:avLst/>
          </a:prstGeom>
        </p:spPr>
      </p:pic>
      <p:pic>
        <p:nvPicPr>
          <p:cNvPr id="10" name="Picture 9" descr="Icon for the exit sign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273" y="5366146"/>
            <a:ext cx="261167" cy="258388"/>
          </a:xfrm>
          <a:prstGeom prst="rect">
            <a:avLst/>
          </a:prstGeom>
        </p:spPr>
      </p:pic>
      <p:pic>
        <p:nvPicPr>
          <p:cNvPr id="13" name="Picture 12" descr="Icon for the security guard station.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902" y="7807898"/>
            <a:ext cx="258388" cy="261167"/>
          </a:xfrm>
          <a:prstGeom prst="rect">
            <a:avLst/>
          </a:prstGeom>
        </p:spPr>
      </p:pic>
      <p:pic>
        <p:nvPicPr>
          <p:cNvPr id="14" name="Picture 13" descr="Icon for metal detector / bag check.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561" y="6345891"/>
            <a:ext cx="258388" cy="2611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CEBC71-030C-4C26-9901-B120C11AEF72}"/>
              </a:ext>
            </a:extLst>
          </p:cNvPr>
          <p:cNvSpPr txBox="1"/>
          <p:nvPr/>
        </p:nvSpPr>
        <p:spPr>
          <a:xfrm>
            <a:off x="218383" y="30778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Lato"/>
              </a:rPr>
              <a:t>Lobby</a:t>
            </a:r>
          </a:p>
        </p:txBody>
      </p:sp>
      <p:pic>
        <p:nvPicPr>
          <p:cNvPr id="11" name="Picture 10" descr="Icon for the security camera.">
            <a:extLst>
              <a:ext uri="{FF2B5EF4-FFF2-40B4-BE49-F238E27FC236}">
                <a16:creationId xmlns:a16="http://schemas.microsoft.com/office/drawing/2014/main" id="{D079B461-BF81-2AE0-02CD-CFAC2880F0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06548" flipV="1">
            <a:off x="2223488" y="4716203"/>
            <a:ext cx="261167" cy="258388"/>
          </a:xfrm>
          <a:prstGeom prst="rect">
            <a:avLst/>
          </a:prstGeom>
        </p:spPr>
      </p:pic>
      <p:pic>
        <p:nvPicPr>
          <p:cNvPr id="12" name="Picture 11" descr="Icon for the security camera.">
            <a:extLst>
              <a:ext uri="{FF2B5EF4-FFF2-40B4-BE49-F238E27FC236}">
                <a16:creationId xmlns:a16="http://schemas.microsoft.com/office/drawing/2014/main" id="{0DE91E0C-BBF2-1DB2-94DC-DFCAE1AF28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76109">
            <a:off x="5122309" y="6239756"/>
            <a:ext cx="261167" cy="258388"/>
          </a:xfrm>
          <a:prstGeom prst="rect">
            <a:avLst/>
          </a:prstGeom>
        </p:spPr>
      </p:pic>
      <p:pic>
        <p:nvPicPr>
          <p:cNvPr id="19" name="Picture 18" descr="Icon for the security camera.">
            <a:extLst>
              <a:ext uri="{FF2B5EF4-FFF2-40B4-BE49-F238E27FC236}">
                <a16:creationId xmlns:a16="http://schemas.microsoft.com/office/drawing/2014/main" id="{AB068D4A-4467-66D2-9F06-FBA7B898DE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6" y="8244194"/>
            <a:ext cx="261167" cy="258388"/>
          </a:xfrm>
          <a:prstGeom prst="rect">
            <a:avLst/>
          </a:prstGeom>
        </p:spPr>
      </p:pic>
      <p:pic>
        <p:nvPicPr>
          <p:cNvPr id="20" name="Picture 19" descr="Icon for the security camera.">
            <a:extLst>
              <a:ext uri="{FF2B5EF4-FFF2-40B4-BE49-F238E27FC236}">
                <a16:creationId xmlns:a16="http://schemas.microsoft.com/office/drawing/2014/main" id="{EDBA8F3E-4DCB-5E65-ABC2-95B64DD36C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67" y="8295822"/>
            <a:ext cx="261167" cy="258388"/>
          </a:xfrm>
          <a:prstGeom prst="rect">
            <a:avLst/>
          </a:prstGeom>
        </p:spPr>
      </p:pic>
      <p:pic>
        <p:nvPicPr>
          <p:cNvPr id="21" name="Picture 20" descr="Icon for the security camera.">
            <a:extLst>
              <a:ext uri="{FF2B5EF4-FFF2-40B4-BE49-F238E27FC236}">
                <a16:creationId xmlns:a16="http://schemas.microsoft.com/office/drawing/2014/main" id="{F368EAC2-A1D4-0923-A7CD-E66EA34B14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641" y="7637700"/>
            <a:ext cx="261167" cy="258388"/>
          </a:xfrm>
          <a:prstGeom prst="rect">
            <a:avLst/>
          </a:prstGeom>
        </p:spPr>
      </p:pic>
      <p:pic>
        <p:nvPicPr>
          <p:cNvPr id="23" name="Picture 22" descr="Icon for the security camera.">
            <a:extLst>
              <a:ext uri="{FF2B5EF4-FFF2-40B4-BE49-F238E27FC236}">
                <a16:creationId xmlns:a16="http://schemas.microsoft.com/office/drawing/2014/main" id="{6F9AC8CD-F8F0-8D65-5317-BDF5C6680A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1397606" y="4549776"/>
            <a:ext cx="261167" cy="258388"/>
          </a:xfrm>
          <a:prstGeom prst="rect">
            <a:avLst/>
          </a:prstGeom>
        </p:spPr>
      </p:pic>
      <p:pic>
        <p:nvPicPr>
          <p:cNvPr id="24" name="Picture 23" descr="Icon for the security camera.">
            <a:extLst>
              <a:ext uri="{FF2B5EF4-FFF2-40B4-BE49-F238E27FC236}">
                <a16:creationId xmlns:a16="http://schemas.microsoft.com/office/drawing/2014/main" id="{ACFD45C7-E9AF-6EFB-BE1D-1B7DC5CC5A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587500" y="7637700"/>
            <a:ext cx="261167" cy="258388"/>
          </a:xfrm>
          <a:prstGeom prst="rect">
            <a:avLst/>
          </a:prstGeom>
        </p:spPr>
      </p:pic>
      <p:pic>
        <p:nvPicPr>
          <p:cNvPr id="25" name="Picture 24" descr="Icon for the security camera.">
            <a:extLst>
              <a:ext uri="{FF2B5EF4-FFF2-40B4-BE49-F238E27FC236}">
                <a16:creationId xmlns:a16="http://schemas.microsoft.com/office/drawing/2014/main" id="{B91FBE61-16D1-580A-51C0-1808F635E1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2363215" y="7637698"/>
            <a:ext cx="261167" cy="258388"/>
          </a:xfrm>
          <a:prstGeom prst="rect">
            <a:avLst/>
          </a:prstGeom>
        </p:spPr>
      </p:pic>
      <p:pic>
        <p:nvPicPr>
          <p:cNvPr id="26" name="Picture 25" descr="Icon for the security camera.">
            <a:extLst>
              <a:ext uri="{FF2B5EF4-FFF2-40B4-BE49-F238E27FC236}">
                <a16:creationId xmlns:a16="http://schemas.microsoft.com/office/drawing/2014/main" id="{C4D79D92-837F-D1DE-7692-10A287EA27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1971457" y="1676369"/>
            <a:ext cx="261167" cy="258388"/>
          </a:xfrm>
          <a:prstGeom prst="rect">
            <a:avLst/>
          </a:prstGeom>
        </p:spPr>
      </p:pic>
      <p:pic>
        <p:nvPicPr>
          <p:cNvPr id="27" name="Picture 26" descr="Icon for the security camera.">
            <a:extLst>
              <a:ext uri="{FF2B5EF4-FFF2-40B4-BE49-F238E27FC236}">
                <a16:creationId xmlns:a16="http://schemas.microsoft.com/office/drawing/2014/main" id="{DD3EF9CA-9B33-FE04-566E-7572975BE4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2391907" y="3087239"/>
            <a:ext cx="261167" cy="258388"/>
          </a:xfrm>
          <a:prstGeom prst="rect">
            <a:avLst/>
          </a:prstGeom>
        </p:spPr>
      </p:pic>
      <p:pic>
        <p:nvPicPr>
          <p:cNvPr id="28" name="Picture 27" descr="Icon for the security camera.">
            <a:extLst>
              <a:ext uri="{FF2B5EF4-FFF2-40B4-BE49-F238E27FC236}">
                <a16:creationId xmlns:a16="http://schemas.microsoft.com/office/drawing/2014/main" id="{A90A735C-66C6-1F60-B82F-D3D0B28AAD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10129" flipV="1">
            <a:off x="1373499" y="6216698"/>
            <a:ext cx="261167" cy="258388"/>
          </a:xfrm>
          <a:prstGeom prst="rect">
            <a:avLst/>
          </a:prstGeom>
        </p:spPr>
      </p:pic>
      <p:pic>
        <p:nvPicPr>
          <p:cNvPr id="29" name="Picture 28" descr="Icon for the security camera.">
            <a:extLst>
              <a:ext uri="{FF2B5EF4-FFF2-40B4-BE49-F238E27FC236}">
                <a16:creationId xmlns:a16="http://schemas.microsoft.com/office/drawing/2014/main" id="{CAE34C64-135F-1FEF-9039-2F37F7AC96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16017">
            <a:off x="4424428" y="1581128"/>
            <a:ext cx="261167" cy="258388"/>
          </a:xfrm>
          <a:prstGeom prst="rect">
            <a:avLst/>
          </a:prstGeom>
        </p:spPr>
      </p:pic>
      <p:pic>
        <p:nvPicPr>
          <p:cNvPr id="30" name="Picture 29" descr="Icon for the security camera.">
            <a:extLst>
              <a:ext uri="{FF2B5EF4-FFF2-40B4-BE49-F238E27FC236}">
                <a16:creationId xmlns:a16="http://schemas.microsoft.com/office/drawing/2014/main" id="{2BA26A48-1676-F439-33A9-8F4FE61E13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158059">
            <a:off x="5075763" y="1736808"/>
            <a:ext cx="261167" cy="258388"/>
          </a:xfrm>
          <a:prstGeom prst="rect">
            <a:avLst/>
          </a:prstGeom>
        </p:spPr>
      </p:pic>
      <p:pic>
        <p:nvPicPr>
          <p:cNvPr id="31" name="Picture 30" descr="Icon for the security camera.">
            <a:extLst>
              <a:ext uri="{FF2B5EF4-FFF2-40B4-BE49-F238E27FC236}">
                <a16:creationId xmlns:a16="http://schemas.microsoft.com/office/drawing/2014/main" id="{614C0BAC-F233-DAE8-4C55-F9FE07A8BA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58550">
            <a:off x="5075764" y="3948524"/>
            <a:ext cx="261167" cy="258388"/>
          </a:xfrm>
          <a:prstGeom prst="rect">
            <a:avLst/>
          </a:prstGeom>
        </p:spPr>
      </p:pic>
      <p:pic>
        <p:nvPicPr>
          <p:cNvPr id="32" name="Picture 31" descr="Icon for the security camera.">
            <a:extLst>
              <a:ext uri="{FF2B5EF4-FFF2-40B4-BE49-F238E27FC236}">
                <a16:creationId xmlns:a16="http://schemas.microsoft.com/office/drawing/2014/main" id="{C412DEDB-7430-C3B2-0990-640EE91C06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0921" flipV="1">
            <a:off x="1017250" y="7856948"/>
            <a:ext cx="261167" cy="258388"/>
          </a:xfrm>
          <a:prstGeom prst="rect">
            <a:avLst/>
          </a:prstGeom>
        </p:spPr>
      </p:pic>
      <p:pic>
        <p:nvPicPr>
          <p:cNvPr id="33" name="Picture 32" descr="Icon for the security camera.">
            <a:extLst>
              <a:ext uri="{FF2B5EF4-FFF2-40B4-BE49-F238E27FC236}">
                <a16:creationId xmlns:a16="http://schemas.microsoft.com/office/drawing/2014/main" id="{4F627A40-00A6-6830-2ED7-1D45B6897B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77903" flipV="1">
            <a:off x="3512936" y="5741227"/>
            <a:ext cx="261167" cy="258388"/>
          </a:xfrm>
          <a:prstGeom prst="rect">
            <a:avLst/>
          </a:prstGeom>
        </p:spPr>
      </p:pic>
      <p:pic>
        <p:nvPicPr>
          <p:cNvPr id="34" name="Picture 33" descr="Icon for the security camera.">
            <a:extLst>
              <a:ext uri="{FF2B5EF4-FFF2-40B4-BE49-F238E27FC236}">
                <a16:creationId xmlns:a16="http://schemas.microsoft.com/office/drawing/2014/main" id="{0F19EF01-C353-04EA-F263-2FB3CC8467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20921" flipV="1">
            <a:off x="2878749" y="6456666"/>
            <a:ext cx="261167" cy="258388"/>
          </a:xfrm>
          <a:prstGeom prst="rect">
            <a:avLst/>
          </a:prstGeom>
        </p:spPr>
      </p:pic>
      <p:pic>
        <p:nvPicPr>
          <p:cNvPr id="35" name="Picture 34" descr="Icon for the security camera.">
            <a:extLst>
              <a:ext uri="{FF2B5EF4-FFF2-40B4-BE49-F238E27FC236}">
                <a16:creationId xmlns:a16="http://schemas.microsoft.com/office/drawing/2014/main" id="{1EA1C7AD-7851-85BC-0375-821D70FA72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50727" flipV="1">
            <a:off x="2472194" y="5457278"/>
            <a:ext cx="261167" cy="258388"/>
          </a:xfrm>
          <a:prstGeom prst="rect">
            <a:avLst/>
          </a:prstGeom>
        </p:spPr>
      </p:pic>
      <p:pic>
        <p:nvPicPr>
          <p:cNvPr id="36" name="Picture 35" descr="Icon for the security camera.">
            <a:extLst>
              <a:ext uri="{FF2B5EF4-FFF2-40B4-BE49-F238E27FC236}">
                <a16:creationId xmlns:a16="http://schemas.microsoft.com/office/drawing/2014/main" id="{FDC471DE-3109-8BDB-684C-56C3CB1A6F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41400">
            <a:off x="3385822" y="5430401"/>
            <a:ext cx="261167" cy="258388"/>
          </a:xfrm>
          <a:prstGeom prst="rect">
            <a:avLst/>
          </a:prstGeom>
        </p:spPr>
      </p:pic>
      <p:pic>
        <p:nvPicPr>
          <p:cNvPr id="37" name="Picture 36" descr="Icon for the exit sign.">
            <a:extLst>
              <a:ext uri="{FF2B5EF4-FFF2-40B4-BE49-F238E27FC236}">
                <a16:creationId xmlns:a16="http://schemas.microsoft.com/office/drawing/2014/main" id="{769B8DA3-7F6A-9205-A108-72D2948D83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929" y="4568510"/>
            <a:ext cx="261167" cy="258388"/>
          </a:xfrm>
          <a:prstGeom prst="rect">
            <a:avLst/>
          </a:prstGeom>
        </p:spPr>
      </p:pic>
      <p:pic>
        <p:nvPicPr>
          <p:cNvPr id="38" name="Picture 37" descr="Icon for the geofencing RFID system.">
            <a:extLst>
              <a:ext uri="{FF2B5EF4-FFF2-40B4-BE49-F238E27FC236}">
                <a16:creationId xmlns:a16="http://schemas.microsoft.com/office/drawing/2014/main" id="{FBE05443-2B0B-C6C4-9C74-357B5933D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748" y="4936292"/>
            <a:ext cx="258388" cy="258388"/>
          </a:xfrm>
          <a:prstGeom prst="rect">
            <a:avLst/>
          </a:prstGeom>
        </p:spPr>
      </p:pic>
      <p:pic>
        <p:nvPicPr>
          <p:cNvPr id="39" name="Picture 38" descr="Icon for the geofencing RFID system.">
            <a:extLst>
              <a:ext uri="{FF2B5EF4-FFF2-40B4-BE49-F238E27FC236}">
                <a16:creationId xmlns:a16="http://schemas.microsoft.com/office/drawing/2014/main" id="{4A042A1D-C747-9898-CC82-70AA508D3F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978" y="4899577"/>
            <a:ext cx="258388" cy="258388"/>
          </a:xfrm>
          <a:prstGeom prst="rect">
            <a:avLst/>
          </a:prstGeom>
        </p:spPr>
      </p:pic>
      <p:pic>
        <p:nvPicPr>
          <p:cNvPr id="40" name="Picture 39" descr="Icon for the geofencing RFID system.">
            <a:extLst>
              <a:ext uri="{FF2B5EF4-FFF2-40B4-BE49-F238E27FC236}">
                <a16:creationId xmlns:a16="http://schemas.microsoft.com/office/drawing/2014/main" id="{1EDCB5E3-9F24-7979-BF10-0FC95ADA1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30" y="4001259"/>
            <a:ext cx="258388" cy="258388"/>
          </a:xfrm>
          <a:prstGeom prst="rect">
            <a:avLst/>
          </a:prstGeom>
        </p:spPr>
      </p:pic>
      <p:pic>
        <p:nvPicPr>
          <p:cNvPr id="41" name="Picture 40" descr="Icon for the security guard station.">
            <a:extLst>
              <a:ext uri="{FF2B5EF4-FFF2-40B4-BE49-F238E27FC236}">
                <a16:creationId xmlns:a16="http://schemas.microsoft.com/office/drawing/2014/main" id="{1E293027-5B75-E458-4A46-A3072E453A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043" y="7633336"/>
            <a:ext cx="258388" cy="261167"/>
          </a:xfrm>
          <a:prstGeom prst="rect">
            <a:avLst/>
          </a:prstGeom>
        </p:spPr>
      </p:pic>
      <p:pic>
        <p:nvPicPr>
          <p:cNvPr id="42" name="Picture 41" descr="Icon for the security camera.">
            <a:extLst>
              <a:ext uri="{FF2B5EF4-FFF2-40B4-BE49-F238E27FC236}">
                <a16:creationId xmlns:a16="http://schemas.microsoft.com/office/drawing/2014/main" id="{E1E6F626-4E15-EC3E-DCAF-34C79E1DBD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41400">
            <a:off x="3236171" y="2828051"/>
            <a:ext cx="261167" cy="258388"/>
          </a:xfrm>
          <a:prstGeom prst="rect">
            <a:avLst/>
          </a:prstGeom>
        </p:spPr>
      </p:pic>
      <p:pic>
        <p:nvPicPr>
          <p:cNvPr id="43" name="Picture 42" descr="Icon for the security camera.">
            <a:extLst>
              <a:ext uri="{FF2B5EF4-FFF2-40B4-BE49-F238E27FC236}">
                <a16:creationId xmlns:a16="http://schemas.microsoft.com/office/drawing/2014/main" id="{47DBD9FC-0797-E2BA-4D25-66C1FD9D02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41400">
            <a:off x="3256542" y="3641226"/>
            <a:ext cx="261167" cy="2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7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con for the public entrance with security guard / ID badge check. Booth for visitors.">
            <a:extLst>
              <a:ext uri="{FF2B5EF4-FFF2-40B4-BE49-F238E27FC236}">
                <a16:creationId xmlns:a16="http://schemas.microsoft.com/office/drawing/2014/main" id="{D9A28D72-C371-694B-945F-0B02C00A7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406" y="5104988"/>
            <a:ext cx="258388" cy="261167"/>
          </a:xfrm>
          <a:prstGeom prst="rect">
            <a:avLst/>
          </a:prstGeom>
        </p:spPr>
      </p:pic>
      <p:pic>
        <p:nvPicPr>
          <p:cNvPr id="13" name="Picture 12" descr="Icon for the geofencing RFID system.">
            <a:extLst>
              <a:ext uri="{FF2B5EF4-FFF2-40B4-BE49-F238E27FC236}">
                <a16:creationId xmlns:a16="http://schemas.microsoft.com/office/drawing/2014/main" id="{E0657C2B-1AFC-C247-8244-7963D08FA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77" y="8140343"/>
            <a:ext cx="258388" cy="258388"/>
          </a:xfrm>
          <a:prstGeom prst="rect">
            <a:avLst/>
          </a:prstGeom>
        </p:spPr>
      </p:pic>
      <p:pic>
        <p:nvPicPr>
          <p:cNvPr id="14" name="Picture 13" descr="Security camera icon.">
            <a:extLst>
              <a:ext uri="{FF2B5EF4-FFF2-40B4-BE49-F238E27FC236}">
                <a16:creationId xmlns:a16="http://schemas.microsoft.com/office/drawing/2014/main" id="{7DDDFED8-127D-B54B-91F9-B170B68FEE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96" y="8140343"/>
            <a:ext cx="261167" cy="258388"/>
          </a:xfrm>
          <a:prstGeom prst="rect">
            <a:avLst/>
          </a:prstGeom>
        </p:spPr>
      </p:pic>
      <p:pic>
        <p:nvPicPr>
          <p:cNvPr id="15" name="Picture 14" descr="Icon for the employee entrance.">
            <a:extLst>
              <a:ext uri="{FF2B5EF4-FFF2-40B4-BE49-F238E27FC236}">
                <a16:creationId xmlns:a16="http://schemas.microsoft.com/office/drawing/2014/main" id="{9EB28F26-3C7B-A245-8B6A-1275A42FA7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613" y="4524984"/>
            <a:ext cx="261167" cy="261167"/>
          </a:xfrm>
          <a:prstGeom prst="rect">
            <a:avLst/>
          </a:prstGeom>
        </p:spPr>
      </p:pic>
      <p:pic>
        <p:nvPicPr>
          <p:cNvPr id="16" name="Picture 15" descr="Icon for the lighted exit sign.">
            <a:extLst>
              <a:ext uri="{FF2B5EF4-FFF2-40B4-BE49-F238E27FC236}">
                <a16:creationId xmlns:a16="http://schemas.microsoft.com/office/drawing/2014/main" id="{C41C43D8-85E0-234E-BBEB-6563029143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81" y="8153557"/>
            <a:ext cx="261167" cy="258388"/>
          </a:xfrm>
          <a:prstGeom prst="rect">
            <a:avLst/>
          </a:prstGeom>
        </p:spPr>
      </p:pic>
      <p:pic>
        <p:nvPicPr>
          <p:cNvPr id="17" name="Picture 16" descr="Icon for the security guard station.">
            <a:extLst>
              <a:ext uri="{FF2B5EF4-FFF2-40B4-BE49-F238E27FC236}">
                <a16:creationId xmlns:a16="http://schemas.microsoft.com/office/drawing/2014/main" id="{3741673D-071C-B44C-9050-4EFA5677C1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902" y="7807898"/>
            <a:ext cx="258388" cy="261167"/>
          </a:xfrm>
          <a:prstGeom prst="rect">
            <a:avLst/>
          </a:prstGeom>
        </p:spPr>
      </p:pic>
      <p:pic>
        <p:nvPicPr>
          <p:cNvPr id="18" name="Picture 17" descr="Icon for metal detectors.">
            <a:extLst>
              <a:ext uri="{FF2B5EF4-FFF2-40B4-BE49-F238E27FC236}">
                <a16:creationId xmlns:a16="http://schemas.microsoft.com/office/drawing/2014/main" id="{EAD3B5E3-F198-514E-A3BD-E5C42BDF71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314" y="1262446"/>
            <a:ext cx="258388" cy="2611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90FE92-B7AF-492A-BFB0-1F3043CF01EC}"/>
              </a:ext>
            </a:extLst>
          </p:cNvPr>
          <p:cNvSpPr txBox="1"/>
          <p:nvPr/>
        </p:nvSpPr>
        <p:spPr>
          <a:xfrm>
            <a:off x="218383" y="30778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Lato"/>
              </a:rPr>
              <a:t>Maternity Unit</a:t>
            </a:r>
          </a:p>
        </p:txBody>
      </p:sp>
      <p:pic>
        <p:nvPicPr>
          <p:cNvPr id="3" name="Picture 2" descr="Icon for the security camera.">
            <a:extLst>
              <a:ext uri="{FF2B5EF4-FFF2-40B4-BE49-F238E27FC236}">
                <a16:creationId xmlns:a16="http://schemas.microsoft.com/office/drawing/2014/main" id="{E209C2B7-1446-0854-BBE4-10404F1F5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83275" flipV="1">
            <a:off x="1425937" y="4870728"/>
            <a:ext cx="261167" cy="258388"/>
          </a:xfrm>
          <a:prstGeom prst="rect">
            <a:avLst/>
          </a:prstGeom>
        </p:spPr>
      </p:pic>
      <p:pic>
        <p:nvPicPr>
          <p:cNvPr id="4" name="Picture 3" descr="Icon for the security camera.">
            <a:extLst>
              <a:ext uri="{FF2B5EF4-FFF2-40B4-BE49-F238E27FC236}">
                <a16:creationId xmlns:a16="http://schemas.microsoft.com/office/drawing/2014/main" id="{C5A89C76-BE7F-CFFD-4D84-9B40EEB34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237016" flipV="1">
            <a:off x="2488177" y="2051575"/>
            <a:ext cx="261167" cy="258388"/>
          </a:xfrm>
          <a:prstGeom prst="rect">
            <a:avLst/>
          </a:prstGeom>
        </p:spPr>
      </p:pic>
      <p:pic>
        <p:nvPicPr>
          <p:cNvPr id="5" name="Picture 4" descr="Icon for the security camera.">
            <a:extLst>
              <a:ext uri="{FF2B5EF4-FFF2-40B4-BE49-F238E27FC236}">
                <a16:creationId xmlns:a16="http://schemas.microsoft.com/office/drawing/2014/main" id="{FDDBD3E9-66DF-3047-54EB-CF46E01A94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1459400" y="6253371"/>
            <a:ext cx="261167" cy="258388"/>
          </a:xfrm>
          <a:prstGeom prst="rect">
            <a:avLst/>
          </a:prstGeom>
        </p:spPr>
      </p:pic>
      <p:pic>
        <p:nvPicPr>
          <p:cNvPr id="6" name="Picture 5" descr="Icon for the security camera.">
            <a:extLst>
              <a:ext uri="{FF2B5EF4-FFF2-40B4-BE49-F238E27FC236}">
                <a16:creationId xmlns:a16="http://schemas.microsoft.com/office/drawing/2014/main" id="{5036D11E-D2D5-FDEA-D3FB-F040565FAC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3083741" y="6513667"/>
            <a:ext cx="261167" cy="258388"/>
          </a:xfrm>
          <a:prstGeom prst="rect">
            <a:avLst/>
          </a:prstGeom>
        </p:spPr>
      </p:pic>
      <p:pic>
        <p:nvPicPr>
          <p:cNvPr id="7" name="Picture 6" descr="Icon for the security camera.">
            <a:extLst>
              <a:ext uri="{FF2B5EF4-FFF2-40B4-BE49-F238E27FC236}">
                <a16:creationId xmlns:a16="http://schemas.microsoft.com/office/drawing/2014/main" id="{FA0D3BEA-03FD-EA67-79E3-B8C8A08853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18984" flipV="1">
            <a:off x="624152" y="8311633"/>
            <a:ext cx="261167" cy="258388"/>
          </a:xfrm>
          <a:prstGeom prst="rect">
            <a:avLst/>
          </a:prstGeom>
        </p:spPr>
      </p:pic>
      <p:pic>
        <p:nvPicPr>
          <p:cNvPr id="8" name="Picture 7" descr="Icon for the security camera.">
            <a:extLst>
              <a:ext uri="{FF2B5EF4-FFF2-40B4-BE49-F238E27FC236}">
                <a16:creationId xmlns:a16="http://schemas.microsoft.com/office/drawing/2014/main" id="{0342228B-7A18-A922-D3BA-A8FE5C4676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84089" flipV="1">
            <a:off x="1425938" y="1037577"/>
            <a:ext cx="261167" cy="258388"/>
          </a:xfrm>
          <a:prstGeom prst="rect">
            <a:avLst/>
          </a:prstGeom>
        </p:spPr>
      </p:pic>
      <p:pic>
        <p:nvPicPr>
          <p:cNvPr id="9" name="Picture 8" descr="Icon for the security camera.">
            <a:extLst>
              <a:ext uri="{FF2B5EF4-FFF2-40B4-BE49-F238E27FC236}">
                <a16:creationId xmlns:a16="http://schemas.microsoft.com/office/drawing/2014/main" id="{9CCF91A5-5CA3-F2FE-42B6-41150E4D1A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56693" flipV="1">
            <a:off x="3131168" y="4951067"/>
            <a:ext cx="261167" cy="258388"/>
          </a:xfrm>
          <a:prstGeom prst="rect">
            <a:avLst/>
          </a:prstGeom>
        </p:spPr>
      </p:pic>
      <p:pic>
        <p:nvPicPr>
          <p:cNvPr id="10" name="Picture 9" descr="Security camera icon.">
            <a:extLst>
              <a:ext uri="{FF2B5EF4-FFF2-40B4-BE49-F238E27FC236}">
                <a16:creationId xmlns:a16="http://schemas.microsoft.com/office/drawing/2014/main" id="{4C87B142-C83C-2920-208B-A0D3FCB91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525" y="2066336"/>
            <a:ext cx="261167" cy="258388"/>
          </a:xfrm>
          <a:prstGeom prst="rect">
            <a:avLst/>
          </a:prstGeom>
        </p:spPr>
      </p:pic>
      <p:pic>
        <p:nvPicPr>
          <p:cNvPr id="11" name="Picture 10" descr="Security camera icon.">
            <a:extLst>
              <a:ext uri="{FF2B5EF4-FFF2-40B4-BE49-F238E27FC236}">
                <a16:creationId xmlns:a16="http://schemas.microsoft.com/office/drawing/2014/main" id="{908EF67F-9045-DC80-6271-DC9CD562D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929" y="5701943"/>
            <a:ext cx="261167" cy="258388"/>
          </a:xfrm>
          <a:prstGeom prst="rect">
            <a:avLst/>
          </a:prstGeom>
        </p:spPr>
      </p:pic>
      <p:pic>
        <p:nvPicPr>
          <p:cNvPr id="19" name="Picture 18" descr="Icon for the lighted exit sign.">
            <a:extLst>
              <a:ext uri="{FF2B5EF4-FFF2-40B4-BE49-F238E27FC236}">
                <a16:creationId xmlns:a16="http://schemas.microsoft.com/office/drawing/2014/main" id="{6C373747-EF27-FF75-A651-06E241E793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34" y="6433077"/>
            <a:ext cx="261167" cy="258388"/>
          </a:xfrm>
          <a:prstGeom prst="rect">
            <a:avLst/>
          </a:prstGeom>
        </p:spPr>
      </p:pic>
      <p:pic>
        <p:nvPicPr>
          <p:cNvPr id="20" name="Picture 19" descr="Icon for the geofencing RFID system.">
            <a:extLst>
              <a:ext uri="{FF2B5EF4-FFF2-40B4-BE49-F238E27FC236}">
                <a16:creationId xmlns:a16="http://schemas.microsoft.com/office/drawing/2014/main" id="{5C6A01FF-460B-D582-E756-4366DD6BF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175" y="5209455"/>
            <a:ext cx="258388" cy="258388"/>
          </a:xfrm>
          <a:prstGeom prst="rect">
            <a:avLst/>
          </a:prstGeom>
        </p:spPr>
      </p:pic>
      <p:pic>
        <p:nvPicPr>
          <p:cNvPr id="21" name="Picture 20" descr="Icon for the geofencing RFID system.">
            <a:extLst>
              <a:ext uri="{FF2B5EF4-FFF2-40B4-BE49-F238E27FC236}">
                <a16:creationId xmlns:a16="http://schemas.microsoft.com/office/drawing/2014/main" id="{E6FBD2F1-7F90-0822-4641-BE1A92C3E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886" y="2253064"/>
            <a:ext cx="258388" cy="258388"/>
          </a:xfrm>
          <a:prstGeom prst="rect">
            <a:avLst/>
          </a:prstGeom>
        </p:spPr>
      </p:pic>
      <p:pic>
        <p:nvPicPr>
          <p:cNvPr id="22" name="Picture 21" descr="Icon for the geofencing RFID system.">
            <a:extLst>
              <a:ext uri="{FF2B5EF4-FFF2-40B4-BE49-F238E27FC236}">
                <a16:creationId xmlns:a16="http://schemas.microsoft.com/office/drawing/2014/main" id="{C3C25F09-36A5-5596-AE9C-62EB19433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536" y="3805351"/>
            <a:ext cx="258388" cy="258388"/>
          </a:xfrm>
          <a:prstGeom prst="rect">
            <a:avLst/>
          </a:prstGeom>
        </p:spPr>
      </p:pic>
      <p:pic>
        <p:nvPicPr>
          <p:cNvPr id="23" name="Picture 22" descr="Icon for the geofencing RFID system.">
            <a:extLst>
              <a:ext uri="{FF2B5EF4-FFF2-40B4-BE49-F238E27FC236}">
                <a16:creationId xmlns:a16="http://schemas.microsoft.com/office/drawing/2014/main" id="{C813141E-DF42-324F-AB70-D822CF912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080" y="3857967"/>
            <a:ext cx="258388" cy="258388"/>
          </a:xfrm>
          <a:prstGeom prst="rect">
            <a:avLst/>
          </a:prstGeom>
        </p:spPr>
      </p:pic>
      <p:pic>
        <p:nvPicPr>
          <p:cNvPr id="24" name="Picture 23" descr="Icon for the geofencing RFID system.">
            <a:extLst>
              <a:ext uri="{FF2B5EF4-FFF2-40B4-BE49-F238E27FC236}">
                <a16:creationId xmlns:a16="http://schemas.microsoft.com/office/drawing/2014/main" id="{E74658A5-471D-70EF-A9F8-9D121F224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53" y="1414484"/>
            <a:ext cx="258388" cy="258388"/>
          </a:xfrm>
          <a:prstGeom prst="rect">
            <a:avLst/>
          </a:prstGeom>
        </p:spPr>
      </p:pic>
      <p:pic>
        <p:nvPicPr>
          <p:cNvPr id="25" name="Picture 24" descr="Icon for the geofencing RFID system.">
            <a:extLst>
              <a:ext uri="{FF2B5EF4-FFF2-40B4-BE49-F238E27FC236}">
                <a16:creationId xmlns:a16="http://schemas.microsoft.com/office/drawing/2014/main" id="{DB0F06ED-F0E6-3358-6FE7-FD7A4907E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600" y="797760"/>
            <a:ext cx="258388" cy="258388"/>
          </a:xfrm>
          <a:prstGeom prst="rect">
            <a:avLst/>
          </a:prstGeom>
        </p:spPr>
      </p:pic>
      <p:pic>
        <p:nvPicPr>
          <p:cNvPr id="26" name="Picture 25" descr="Icon for the geofencing RFID system.">
            <a:extLst>
              <a:ext uri="{FF2B5EF4-FFF2-40B4-BE49-F238E27FC236}">
                <a16:creationId xmlns:a16="http://schemas.microsoft.com/office/drawing/2014/main" id="{4B48DB6E-21EA-455E-129C-8B434AD67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681" y="4486220"/>
            <a:ext cx="258388" cy="258388"/>
          </a:xfrm>
          <a:prstGeom prst="rect">
            <a:avLst/>
          </a:prstGeom>
        </p:spPr>
      </p:pic>
      <p:pic>
        <p:nvPicPr>
          <p:cNvPr id="27" name="Picture 26" descr="Security camera icon.">
            <a:extLst>
              <a:ext uri="{FF2B5EF4-FFF2-40B4-BE49-F238E27FC236}">
                <a16:creationId xmlns:a16="http://schemas.microsoft.com/office/drawing/2014/main" id="{78B552B1-6FF7-CB95-7641-7AFFA11EF3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2669">
            <a:off x="2463953" y="5080261"/>
            <a:ext cx="261167" cy="258388"/>
          </a:xfrm>
          <a:prstGeom prst="rect">
            <a:avLst/>
          </a:prstGeom>
        </p:spPr>
      </p:pic>
      <p:pic>
        <p:nvPicPr>
          <p:cNvPr id="28" name="Picture 27" descr="Icon for the geofencing RFID system.">
            <a:extLst>
              <a:ext uri="{FF2B5EF4-FFF2-40B4-BE49-F238E27FC236}">
                <a16:creationId xmlns:a16="http://schemas.microsoft.com/office/drawing/2014/main" id="{6D01FF5C-CD12-830F-494D-4299A2053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182" y="1000344"/>
            <a:ext cx="258388" cy="258388"/>
          </a:xfrm>
          <a:prstGeom prst="rect">
            <a:avLst/>
          </a:prstGeom>
        </p:spPr>
      </p:pic>
      <p:pic>
        <p:nvPicPr>
          <p:cNvPr id="29" name="Picture 28" descr="Icon for the geofencing RFID system.">
            <a:extLst>
              <a:ext uri="{FF2B5EF4-FFF2-40B4-BE49-F238E27FC236}">
                <a16:creationId xmlns:a16="http://schemas.microsoft.com/office/drawing/2014/main" id="{61FB3FCB-8821-06BF-E505-449E519A9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808" y="4733445"/>
            <a:ext cx="258388" cy="258388"/>
          </a:xfrm>
          <a:prstGeom prst="rect">
            <a:avLst/>
          </a:prstGeom>
        </p:spPr>
      </p:pic>
      <p:pic>
        <p:nvPicPr>
          <p:cNvPr id="30" name="Picture 29" descr="Security camera icon.">
            <a:extLst>
              <a:ext uri="{FF2B5EF4-FFF2-40B4-BE49-F238E27FC236}">
                <a16:creationId xmlns:a16="http://schemas.microsoft.com/office/drawing/2014/main" id="{B4D82535-53C4-E241-44C9-B7D7F2F385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701" y="4524984"/>
            <a:ext cx="261167" cy="258388"/>
          </a:xfrm>
          <a:prstGeom prst="rect">
            <a:avLst/>
          </a:prstGeom>
        </p:spPr>
      </p:pic>
      <p:pic>
        <p:nvPicPr>
          <p:cNvPr id="31" name="Picture 30" descr="Security camera icon.">
            <a:extLst>
              <a:ext uri="{FF2B5EF4-FFF2-40B4-BE49-F238E27FC236}">
                <a16:creationId xmlns:a16="http://schemas.microsoft.com/office/drawing/2014/main" id="{3B204E4A-89B5-7B09-4491-40F662C408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990" y="5080261"/>
            <a:ext cx="261167" cy="258388"/>
          </a:xfrm>
          <a:prstGeom prst="rect">
            <a:avLst/>
          </a:prstGeom>
        </p:spPr>
      </p:pic>
      <p:pic>
        <p:nvPicPr>
          <p:cNvPr id="32" name="Picture 31" descr="Security camera icon.">
            <a:extLst>
              <a:ext uri="{FF2B5EF4-FFF2-40B4-BE49-F238E27FC236}">
                <a16:creationId xmlns:a16="http://schemas.microsoft.com/office/drawing/2014/main" id="{838A8B29-8203-1C72-CA31-77B2971AE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7945">
            <a:off x="4204119" y="817179"/>
            <a:ext cx="261167" cy="258388"/>
          </a:xfrm>
          <a:prstGeom prst="rect">
            <a:avLst/>
          </a:prstGeom>
        </p:spPr>
      </p:pic>
      <p:pic>
        <p:nvPicPr>
          <p:cNvPr id="33" name="Picture 32" descr="Security camera icon.">
            <a:extLst>
              <a:ext uri="{FF2B5EF4-FFF2-40B4-BE49-F238E27FC236}">
                <a16:creationId xmlns:a16="http://schemas.microsoft.com/office/drawing/2014/main" id="{7ABAA10B-60FF-D551-428B-8C387F3ED9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521" y="3676157"/>
            <a:ext cx="261167" cy="258388"/>
          </a:xfrm>
          <a:prstGeom prst="rect">
            <a:avLst/>
          </a:prstGeom>
        </p:spPr>
      </p:pic>
      <p:pic>
        <p:nvPicPr>
          <p:cNvPr id="34" name="Picture 33" descr="Icon for the security camera.">
            <a:extLst>
              <a:ext uri="{FF2B5EF4-FFF2-40B4-BE49-F238E27FC236}">
                <a16:creationId xmlns:a16="http://schemas.microsoft.com/office/drawing/2014/main" id="{DF2EAD6B-5300-6A9D-2936-AA077CDDD5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237016" flipV="1">
            <a:off x="3887097" y="3671110"/>
            <a:ext cx="261167" cy="258388"/>
          </a:xfrm>
          <a:prstGeom prst="rect">
            <a:avLst/>
          </a:prstGeom>
        </p:spPr>
      </p:pic>
      <p:pic>
        <p:nvPicPr>
          <p:cNvPr id="35" name="Picture 34" descr="Icon for the security camera.">
            <a:extLst>
              <a:ext uri="{FF2B5EF4-FFF2-40B4-BE49-F238E27FC236}">
                <a16:creationId xmlns:a16="http://schemas.microsoft.com/office/drawing/2014/main" id="{314BF3DF-FD5E-8AAB-8291-C2FF54D6C6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856279" flipV="1">
            <a:off x="2037071" y="1646714"/>
            <a:ext cx="261167" cy="258388"/>
          </a:xfrm>
          <a:prstGeom prst="rect">
            <a:avLst/>
          </a:prstGeom>
        </p:spPr>
      </p:pic>
      <p:pic>
        <p:nvPicPr>
          <p:cNvPr id="36" name="Picture 35" descr="Security camera icon.">
            <a:extLst>
              <a:ext uri="{FF2B5EF4-FFF2-40B4-BE49-F238E27FC236}">
                <a16:creationId xmlns:a16="http://schemas.microsoft.com/office/drawing/2014/main" id="{85D15244-80F7-C590-339A-F6BFF4117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2736">
            <a:off x="4721065" y="1700327"/>
            <a:ext cx="261167" cy="258388"/>
          </a:xfrm>
          <a:prstGeom prst="rect">
            <a:avLst/>
          </a:prstGeom>
        </p:spPr>
      </p:pic>
      <p:pic>
        <p:nvPicPr>
          <p:cNvPr id="37" name="Picture 36" descr="Icon for the geofencing RFID system.">
            <a:extLst>
              <a:ext uri="{FF2B5EF4-FFF2-40B4-BE49-F238E27FC236}">
                <a16:creationId xmlns:a16="http://schemas.microsoft.com/office/drawing/2014/main" id="{087AF892-0F54-22DE-ADE5-1D4C07787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653" y="1233788"/>
            <a:ext cx="258388" cy="258388"/>
          </a:xfrm>
          <a:prstGeom prst="rect">
            <a:avLst/>
          </a:prstGeom>
        </p:spPr>
      </p:pic>
      <p:pic>
        <p:nvPicPr>
          <p:cNvPr id="38" name="Picture 37" descr="Security camera icon.">
            <a:extLst>
              <a:ext uri="{FF2B5EF4-FFF2-40B4-BE49-F238E27FC236}">
                <a16:creationId xmlns:a16="http://schemas.microsoft.com/office/drawing/2014/main" id="{1CCF3AED-447A-EFBE-B4FD-C5D2B149FD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54" y="1040389"/>
            <a:ext cx="261167" cy="258388"/>
          </a:xfrm>
          <a:prstGeom prst="rect">
            <a:avLst/>
          </a:prstGeom>
        </p:spPr>
      </p:pic>
      <p:pic>
        <p:nvPicPr>
          <p:cNvPr id="39" name="Picture 38" descr="Icon for the security camera.">
            <a:extLst>
              <a:ext uri="{FF2B5EF4-FFF2-40B4-BE49-F238E27FC236}">
                <a16:creationId xmlns:a16="http://schemas.microsoft.com/office/drawing/2014/main" id="{EA0FCA32-B261-A6AE-5325-CCCAA625F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99911" flipV="1">
            <a:off x="2082418" y="4258508"/>
            <a:ext cx="261167" cy="258388"/>
          </a:xfrm>
          <a:prstGeom prst="rect">
            <a:avLst/>
          </a:prstGeom>
        </p:spPr>
      </p:pic>
      <p:pic>
        <p:nvPicPr>
          <p:cNvPr id="40" name="Picture 39" descr="Security camera icon.">
            <a:extLst>
              <a:ext uri="{FF2B5EF4-FFF2-40B4-BE49-F238E27FC236}">
                <a16:creationId xmlns:a16="http://schemas.microsoft.com/office/drawing/2014/main" id="{0A03B61A-DCC1-0855-29A9-C23A524822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577464">
            <a:off x="4736443" y="4258509"/>
            <a:ext cx="271940" cy="258388"/>
          </a:xfrm>
          <a:prstGeom prst="rect">
            <a:avLst/>
          </a:prstGeom>
        </p:spPr>
      </p:pic>
      <p:pic>
        <p:nvPicPr>
          <p:cNvPr id="42" name="Picture 41" descr="Security camera icon.">
            <a:extLst>
              <a:ext uri="{FF2B5EF4-FFF2-40B4-BE49-F238E27FC236}">
                <a16:creationId xmlns:a16="http://schemas.microsoft.com/office/drawing/2014/main" id="{57D206D3-8DF9-AB9A-B88A-BB33F93F37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756" y="5537461"/>
            <a:ext cx="261167" cy="258388"/>
          </a:xfrm>
          <a:prstGeom prst="rect">
            <a:avLst/>
          </a:prstGeom>
        </p:spPr>
      </p:pic>
      <p:pic>
        <p:nvPicPr>
          <p:cNvPr id="43" name="Picture 42" descr="Icon for the employee entrance.">
            <a:extLst>
              <a:ext uri="{FF2B5EF4-FFF2-40B4-BE49-F238E27FC236}">
                <a16:creationId xmlns:a16="http://schemas.microsoft.com/office/drawing/2014/main" id="{AE33C5A7-ECDC-8E40-A616-8AECB32396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359" y="3513673"/>
            <a:ext cx="261167" cy="261167"/>
          </a:xfrm>
          <a:prstGeom prst="rect">
            <a:avLst/>
          </a:prstGeom>
        </p:spPr>
      </p:pic>
      <p:pic>
        <p:nvPicPr>
          <p:cNvPr id="44" name="Picture 43" descr="Icon for the employee entrance.">
            <a:extLst>
              <a:ext uri="{FF2B5EF4-FFF2-40B4-BE49-F238E27FC236}">
                <a16:creationId xmlns:a16="http://schemas.microsoft.com/office/drawing/2014/main" id="{712853A7-7806-EDEA-AAA3-032F37336C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845" y="1958715"/>
            <a:ext cx="261167" cy="261167"/>
          </a:xfrm>
          <a:prstGeom prst="rect">
            <a:avLst/>
          </a:prstGeom>
        </p:spPr>
      </p:pic>
      <p:pic>
        <p:nvPicPr>
          <p:cNvPr id="45" name="Picture 44" descr="Icon for the employee entrance.">
            <a:extLst>
              <a:ext uri="{FF2B5EF4-FFF2-40B4-BE49-F238E27FC236}">
                <a16:creationId xmlns:a16="http://schemas.microsoft.com/office/drawing/2014/main" id="{97497D0C-10AB-E2DF-F251-440C524EF8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276" y="4063739"/>
            <a:ext cx="261167" cy="261167"/>
          </a:xfrm>
          <a:prstGeom prst="rect">
            <a:avLst/>
          </a:prstGeom>
        </p:spPr>
      </p:pic>
      <p:pic>
        <p:nvPicPr>
          <p:cNvPr id="46" name="Picture 45" descr="Icon for the employee entrance.">
            <a:extLst>
              <a:ext uri="{FF2B5EF4-FFF2-40B4-BE49-F238E27FC236}">
                <a16:creationId xmlns:a16="http://schemas.microsoft.com/office/drawing/2014/main" id="{BD8BF85F-6C72-3443-D34D-C2DB3AEE5C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212" y="3553842"/>
            <a:ext cx="261167" cy="261167"/>
          </a:xfrm>
          <a:prstGeom prst="rect">
            <a:avLst/>
          </a:prstGeom>
        </p:spPr>
      </p:pic>
      <p:pic>
        <p:nvPicPr>
          <p:cNvPr id="47" name="Picture 46" descr="Icon for the employee entrance.">
            <a:extLst>
              <a:ext uri="{FF2B5EF4-FFF2-40B4-BE49-F238E27FC236}">
                <a16:creationId xmlns:a16="http://schemas.microsoft.com/office/drawing/2014/main" id="{D523BD9F-42B9-019E-C328-FCC88A2341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379" y="1425731"/>
            <a:ext cx="261167" cy="261167"/>
          </a:xfrm>
          <a:prstGeom prst="rect">
            <a:avLst/>
          </a:prstGeom>
        </p:spPr>
      </p:pic>
      <p:pic>
        <p:nvPicPr>
          <p:cNvPr id="48" name="Picture 47" descr="Icon for the public entrance with security guard / ID badge check. Booth for visitors.">
            <a:extLst>
              <a:ext uri="{FF2B5EF4-FFF2-40B4-BE49-F238E27FC236}">
                <a16:creationId xmlns:a16="http://schemas.microsoft.com/office/drawing/2014/main" id="{3980C1CD-9B6B-6615-C61A-142715FE1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158" y="8022973"/>
            <a:ext cx="258388" cy="261167"/>
          </a:xfrm>
          <a:prstGeom prst="rect">
            <a:avLst/>
          </a:prstGeom>
        </p:spPr>
      </p:pic>
      <p:pic>
        <p:nvPicPr>
          <p:cNvPr id="49" name="Picture 48" descr="Icon for the geofencing RFID system.">
            <a:extLst>
              <a:ext uri="{FF2B5EF4-FFF2-40B4-BE49-F238E27FC236}">
                <a16:creationId xmlns:a16="http://schemas.microsoft.com/office/drawing/2014/main" id="{53B917CB-7A34-15B3-9879-DFA4C5B5E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183" y="7678704"/>
            <a:ext cx="258388" cy="258388"/>
          </a:xfrm>
          <a:prstGeom prst="rect">
            <a:avLst/>
          </a:prstGeom>
        </p:spPr>
      </p:pic>
      <p:pic>
        <p:nvPicPr>
          <p:cNvPr id="50" name="Picture 49" descr="Icon for the employee entrance.">
            <a:extLst>
              <a:ext uri="{FF2B5EF4-FFF2-40B4-BE49-F238E27FC236}">
                <a16:creationId xmlns:a16="http://schemas.microsoft.com/office/drawing/2014/main" id="{5C67BC4E-F86E-1ABF-C68C-2CC992C07E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515" y="797760"/>
            <a:ext cx="261167" cy="261167"/>
          </a:xfrm>
          <a:prstGeom prst="rect">
            <a:avLst/>
          </a:prstGeom>
        </p:spPr>
      </p:pic>
      <p:pic>
        <p:nvPicPr>
          <p:cNvPr id="51" name="Picture 50" descr="Icon for the employee entrance.">
            <a:extLst>
              <a:ext uri="{FF2B5EF4-FFF2-40B4-BE49-F238E27FC236}">
                <a16:creationId xmlns:a16="http://schemas.microsoft.com/office/drawing/2014/main" id="{0CC14D06-6C96-72C7-031E-F3A36691B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99" y="8069065"/>
            <a:ext cx="261167" cy="261167"/>
          </a:xfrm>
          <a:prstGeom prst="rect">
            <a:avLst/>
          </a:prstGeom>
        </p:spPr>
      </p:pic>
      <p:pic>
        <p:nvPicPr>
          <p:cNvPr id="52" name="Picture 51" descr="Icon for the employee entrance.">
            <a:extLst>
              <a:ext uri="{FF2B5EF4-FFF2-40B4-BE49-F238E27FC236}">
                <a16:creationId xmlns:a16="http://schemas.microsoft.com/office/drawing/2014/main" id="{BCB6747D-DF8A-971D-E9A0-76E0AAA1B6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92" y="7675925"/>
            <a:ext cx="261167" cy="26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33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6dea02-1242-488c-926e-8ba205c18cb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0D5F5C641C6046A98EBCCF3A4C135C" ma:contentTypeVersion="4" ma:contentTypeDescription="Create a new document." ma:contentTypeScope="" ma:versionID="d14fcb87514c8c64e7d3078793cd0e1f">
  <xsd:schema xmlns:xsd="http://www.w3.org/2001/XMLSchema" xmlns:xs="http://www.w3.org/2001/XMLSchema" xmlns:p="http://schemas.microsoft.com/office/2006/metadata/properties" xmlns:ns3="406dea02-1242-488c-926e-8ba205c18cb4" targetNamespace="http://schemas.microsoft.com/office/2006/metadata/properties" ma:root="true" ma:fieldsID="878d98228b18093ab08bb8e86e5e5ea4" ns3:_="">
    <xsd:import namespace="406dea02-1242-488c-926e-8ba205c18cb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6dea02-1242-488c-926e-8ba205c18c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11D997-3C75-4CE2-B5E3-C0400E5CFD9C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406dea02-1242-488c-926e-8ba205c18cb4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F2C435B-5371-49F0-9409-4A51C4248A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8B2EC8-2ADF-43D5-A303-2203B9CFFB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6dea02-1242-488c-926e-8ba205c18c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194</Words>
  <Application>Microsoft Office PowerPoint</Application>
  <PresentationFormat>On-screen Show (4:3)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CMIT320 Hospital Security Map Instructions v2</dc:title>
  <dc:creator>Andy Joyce</dc:creator>
  <cp:lastModifiedBy>Brandy Haynes</cp:lastModifiedBy>
  <cp:revision>13</cp:revision>
  <dcterms:created xsi:type="dcterms:W3CDTF">2020-01-14T05:03:44Z</dcterms:created>
  <dcterms:modified xsi:type="dcterms:W3CDTF">2023-11-13T16:34:44Z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0x010100BB0D5F5C641C6046A98EBCCF3A4C135C</vt:lpwstr>
  </property>
  <property fmtid="{D5CDD505-2E9C-101B-9397-08002B2CF9AE}" pid="3" name="_dlc_DocIdItemGuid">
    <vt:lpwstr>315a9707-8f91-4fbf-8774-b5d6d8c7b503</vt:lpwstr>
  </property>
</Properties>
</file>